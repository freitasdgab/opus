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Overlock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x0g3ZvcFHOdgwfPcOwoKKgmSo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regular.fntdata"/><Relationship Id="rId11" Type="http://schemas.openxmlformats.org/officeDocument/2006/relationships/slide" Target="slides/slide7.xml"/><Relationship Id="rId22" Type="http://schemas.openxmlformats.org/officeDocument/2006/relationships/font" Target="fonts/Overlock-italic.fntdata"/><Relationship Id="rId10" Type="http://schemas.openxmlformats.org/officeDocument/2006/relationships/slide" Target="slides/slide6.xml"/><Relationship Id="rId21" Type="http://schemas.openxmlformats.org/officeDocument/2006/relationships/font" Target="fonts/Overlock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Overlo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3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1">
            <a:alphaModFix/>
          </a:blip>
          <a:srcRect b="8934" l="117" r="-117" t="190"/>
          <a:stretch/>
        </p:blipFill>
        <p:spPr>
          <a:xfrm>
            <a:off x="0" y="0"/>
            <a:ext cx="12380681" cy="69378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" name="Google Shape;1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2952" y="5533902"/>
            <a:ext cx="2081668" cy="1187574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0"/>
              </a:srgbClr>
            </a:outerShdw>
          </a:effectLst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-371475" y="412751"/>
            <a:ext cx="97631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800" u="none" cap="none" strike="noStrike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MOEDAS VIRTUAIS</a:t>
            </a:r>
            <a:endParaRPr b="0" i="0" sz="4800" u="none" cap="none" strike="noStrike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62012" y="3059113"/>
            <a:ext cx="5181600" cy="1389062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ALUNOS: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RAELSON ABREU DE MACÊDO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RONYELSON ABREU DE MACÊDO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043612" y="5826919"/>
            <a:ext cx="7186613" cy="960437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ORIENTADOR(A):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PROF.ª JÉSSICA RONCONI DONDOSSOLA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371475" y="412751"/>
            <a:ext cx="97631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OBJETIVOS GERAIS</a:t>
            </a:r>
            <a:endParaRPr sz="4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-552449" y="3057526"/>
            <a:ext cx="12249150" cy="22764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Realizar um estudo sobre moedas virtuais, desde o seu surgimento e sua forma de criação, para saber como ele afeta a economia mundial e o mundo virtual, onde ele pode ser adquirido ou negociado, as formas de negociações e utilizações.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-371475" y="412751"/>
            <a:ext cx="97631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OBJETIVOS ESPECÍFICOS</a:t>
            </a:r>
            <a:endParaRPr sz="4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61976" y="2209800"/>
            <a:ext cx="11096624" cy="2800349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Pesquisar sobre o surgimento da moeda;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Analisar o impacto na economia e nas transações na internet;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Pesquisar o modo como essas moedas são criadas, bem como os requisitos para sua criação;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Desenvolver um protótipo Wallet para web.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-371475" y="412751"/>
            <a:ext cx="97631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ORGANIZAÇÃO DA APRESENTAÇÃO</a:t>
            </a:r>
            <a:endParaRPr sz="40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971800" y="2914650"/>
            <a:ext cx="9077326" cy="339090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História e evolução da moeda, moedas digitais e as moedas criptografadas;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tipo de rede utilizado;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Programas e as Linguagens;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Analise de Requisitos;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Protótipo;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Conclusão e recomendações para trabalhos futuros.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3162300" y="2514600"/>
            <a:ext cx="9505950" cy="382905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Char char="•"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Surgimento da Moeda;</a:t>
            </a:r>
            <a:endParaRPr b="1"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Char char="•"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Funções e características da moeda;</a:t>
            </a:r>
            <a:endParaRPr b="1"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Char char="•"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Papel-moeda ou a moeda fiduciária;</a:t>
            </a:r>
            <a:endParaRPr b="1"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Char char="•"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Moeda virtual ou digital;</a:t>
            </a:r>
            <a:endParaRPr b="1"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Char char="•"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Moeda criptografada.</a:t>
            </a:r>
            <a:endParaRPr b="1"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-371474" y="412751"/>
            <a:ext cx="7600950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HISTÓRIA DA MOEDA</a:t>
            </a:r>
            <a:endParaRPr sz="40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49568" l="43825" r="3785" t="0"/>
          <a:stretch/>
        </p:blipFill>
        <p:spPr>
          <a:xfrm>
            <a:off x="8515350" y="519906"/>
            <a:ext cx="2762250" cy="189926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4383" r="59162" t="0"/>
          <a:stretch/>
        </p:blipFill>
        <p:spPr>
          <a:xfrm>
            <a:off x="571500" y="1858963"/>
            <a:ext cx="1743075" cy="341539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bitcoin 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662" y="2095501"/>
            <a:ext cx="3466513" cy="3466513"/>
          </a:xfrm>
          <a:prstGeom prst="ellipse">
            <a:avLst/>
          </a:prstGeom>
          <a:noFill/>
          <a:ln cap="rnd" cmpd="sng" w="635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sp>
        <p:nvSpPr>
          <p:cNvPr id="120" name="Google Shape;120;p6"/>
          <p:cNvSpPr/>
          <p:nvPr/>
        </p:nvSpPr>
        <p:spPr>
          <a:xfrm>
            <a:off x="32751" y="1857376"/>
            <a:ext cx="4477336" cy="1162049"/>
          </a:xfrm>
          <a:prstGeom prst="roundRect">
            <a:avLst>
              <a:gd fmla="val 26309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que é Bitcoin?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 origem do Bitcoin;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-371475" y="412751"/>
            <a:ext cx="303847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BITCOIN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915276" y="4724400"/>
            <a:ext cx="4152900" cy="160020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b="1" lang="pt-BR" sz="32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Blockchain;</a:t>
            </a:r>
            <a:endParaRPr b="1" sz="32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b="1" lang="pt-BR" sz="32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Protocolo Bitcoin;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b="1" lang="pt-BR" sz="32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Mineração.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2555" y="2048929"/>
            <a:ext cx="3580345" cy="3580345"/>
          </a:xfrm>
          <a:prstGeom prst="ellipse">
            <a:avLst/>
          </a:prstGeom>
          <a:noFill/>
          <a:ln cap="rnd" cmpd="sng" w="635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pic>
        <p:nvPicPr>
          <p:cNvPr descr="Resultado de imagem para ethereum png"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9652" y="2832266"/>
            <a:ext cx="2069814" cy="20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-371475" y="412751"/>
            <a:ext cx="5481127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ETHEREUM</a:t>
            </a:r>
            <a:endParaRPr sz="40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10165" y="1800225"/>
            <a:ext cx="4172390" cy="127635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que é Ethereum;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Criado por Vitalik Buterin.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229600" y="5534024"/>
            <a:ext cx="4343400" cy="885825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Características.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litecoin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379" y="2057400"/>
            <a:ext cx="3575946" cy="3459883"/>
          </a:xfrm>
          <a:prstGeom prst="ellipse">
            <a:avLst/>
          </a:prstGeom>
          <a:noFill/>
          <a:ln cap="rnd" cmpd="sng" w="635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sp>
        <p:nvSpPr>
          <p:cNvPr id="137" name="Google Shape;137;p8"/>
          <p:cNvSpPr/>
          <p:nvPr/>
        </p:nvSpPr>
        <p:spPr>
          <a:xfrm>
            <a:off x="-371475" y="412751"/>
            <a:ext cx="37814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LITECOIN</a:t>
            </a:r>
            <a:endParaRPr sz="40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229600" y="5534024"/>
            <a:ext cx="4343400" cy="885825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Características.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10165" y="1800225"/>
            <a:ext cx="4172390" cy="127635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que é Litecoin;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Foi criado por Charlie Lee em 2011.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-371475" y="412751"/>
            <a:ext cx="9763125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COMO MINERAR ESSAS MOEDAS</a:t>
            </a:r>
            <a:endParaRPr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43602" y="1724025"/>
            <a:ext cx="7990761" cy="123825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ASIC (Application Specific Integrated Circuit);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Mineração em nuvem;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943975" y="4428500"/>
            <a:ext cx="1905000" cy="885825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Pool's.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descr="Resultado de imagem para asic bitcoin 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397" y="2718763"/>
            <a:ext cx="6366078" cy="424617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4363" y="522287"/>
            <a:ext cx="886722" cy="858838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sp>
        <p:nvSpPr>
          <p:cNvPr id="149" name="Google Shape;149;p9"/>
          <p:cNvSpPr/>
          <p:nvPr/>
        </p:nvSpPr>
        <p:spPr>
          <a:xfrm>
            <a:off x="5388489" y="6395413"/>
            <a:ext cx="2903023" cy="296521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Asic Miner Ebit E9 Plus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-371474" y="412751"/>
            <a:ext cx="6315074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WALLET</a:t>
            </a:r>
            <a:endParaRPr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476375" y="1664328"/>
            <a:ext cx="9858375" cy="1713588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que são?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Tipos;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Exemplos: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pt-BR" sz="2800" u="none" cap="none" strike="noStrike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Blockchain, Bitcoin Wallet, Bitcoin Core e Litecoin Core</a:t>
            </a:r>
            <a:endParaRPr b="1" i="0" sz="2800" u="none" cap="none" strike="noStrike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descr="Resultado de imagem para wallet bitcoin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244" y="440135"/>
            <a:ext cx="913606" cy="91360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sp>
        <p:nvSpPr>
          <p:cNvPr id="157" name="Google Shape;157;p10"/>
          <p:cNvSpPr/>
          <p:nvPr/>
        </p:nvSpPr>
        <p:spPr>
          <a:xfrm>
            <a:off x="-371474" y="3661119"/>
            <a:ext cx="3495674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FAUCET</a:t>
            </a:r>
            <a:endParaRPr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657600" y="3936301"/>
            <a:ext cx="6105525" cy="156430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Faucets são sites que concedem moedas para serem transferidas para a sua wallet.</a:t>
            </a:r>
            <a:endParaRPr/>
          </a:p>
        </p:txBody>
      </p:sp>
      <p:pic>
        <p:nvPicPr>
          <p:cNvPr descr="Resultado de imagem para captcha" id="159" name="Google Shape;1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3150" y="5700630"/>
            <a:ext cx="3609975" cy="97639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peer to peer network" id="164" name="Google Shape;164;p11"/>
          <p:cNvPicPr preferRelativeResize="0"/>
          <p:nvPr/>
        </p:nvPicPr>
        <p:blipFill rotWithShape="1">
          <a:blip r:embed="rId3">
            <a:alphaModFix/>
          </a:blip>
          <a:srcRect b="16888" l="8609" r="7172" t="14084"/>
          <a:stretch/>
        </p:blipFill>
        <p:spPr>
          <a:xfrm>
            <a:off x="7370102" y="2581275"/>
            <a:ext cx="3383623" cy="2854325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65" name="Google Shape;165;p11"/>
          <p:cNvSpPr/>
          <p:nvPr/>
        </p:nvSpPr>
        <p:spPr>
          <a:xfrm>
            <a:off x="915514" y="1690688"/>
            <a:ext cx="5409086" cy="3929062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“Surgiu” em 1999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Hawn Fanning lançou o Napster, um serviço de streaming de músicas que utiliza a rede P2P.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O que é rede P2P?</a:t>
            </a:r>
            <a:endParaRPr b="1"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-371474" y="412751"/>
            <a:ext cx="6315074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REDE P2P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-371475" y="412751"/>
            <a:ext cx="9982199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78787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Ferramentas e linguagens utilizadas</a:t>
            </a:r>
            <a:endParaRPr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descr="Resultado de imagem para php"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224" y="4137310"/>
            <a:ext cx="2515955" cy="135861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descr="Resultado de imagem para html logo" id="173" name="Google Shape;1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8231" y="4137310"/>
            <a:ext cx="2165986" cy="21659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descr="Resultado de imagem para css logo" id="174" name="Google Shape;17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9287" y="4137310"/>
            <a:ext cx="1544111" cy="21659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descr="Resultado de imagem para dreamweaver cs6 logo png" id="175" name="Google Shape;17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1762" y="1809749"/>
            <a:ext cx="1571625" cy="15716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descr="Resultado de imagem para easyphp logo" id="176" name="Google Shape;17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3474" y="1809749"/>
            <a:ext cx="1571625" cy="15716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895351" y="2327277"/>
            <a:ext cx="10601324" cy="1720848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APRESENTAÇÃO PRÁTICA</a:t>
            </a:r>
            <a:endParaRPr sz="6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-371474" y="412752"/>
            <a:ext cx="6315074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CONCLUSÃO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-371475" y="1784352"/>
            <a:ext cx="11715749" cy="968374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RECOMENDAÇÕES PARA TRABALHOS FUTUROS</a:t>
            </a:r>
            <a:endParaRPr sz="3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828675" y="3257550"/>
            <a:ext cx="9467850" cy="2286000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Aprimorar o site adicionando novas funcionalidades;</a:t>
            </a:r>
            <a:endParaRPr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Inserir criptografia para uma maior segurança;</a:t>
            </a:r>
            <a:endParaRPr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Melhorar o desempenho do site;</a:t>
            </a:r>
            <a:endParaRPr sz="28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pt-BR" sz="28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Adicionar um layout mais intuitivo.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895351" y="2327277"/>
            <a:ext cx="10601324" cy="1720848"/>
          </a:xfrm>
          <a:prstGeom prst="roundRect">
            <a:avLst>
              <a:gd fmla="val 16667" name="adj"/>
            </a:avLst>
          </a:prstGeom>
          <a:solidFill>
            <a:srgbClr val="C9C9C9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AGRADECIMENTOS</a:t>
            </a:r>
            <a:endParaRPr sz="6600">
              <a:solidFill>
                <a:schemeClr val="accent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2017-11-20T17:57:37Z</dcterms:created>
  <dc:creator>Usuário do Windows</dc:creator>
</cp:coreProperties>
</file>