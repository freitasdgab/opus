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4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RCwFpvJbuXWDFFevNFe54FdmY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46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rgbClr val="F2F2F2">
            <a:alpha val="50980"/>
          </a:srgbClr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01320"/>
            <a:ext cx="12192000" cy="6055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7"/>
          <p:cNvSpPr/>
          <p:nvPr/>
        </p:nvSpPr>
        <p:spPr>
          <a:xfrm>
            <a:off x="0" y="4026090"/>
            <a:ext cx="12191852" cy="28319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-148" y="5663773"/>
            <a:ext cx="121920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type="title"/>
          </p:nvPr>
        </p:nvSpPr>
        <p:spPr>
          <a:xfrm>
            <a:off x="-148" y="4838062"/>
            <a:ext cx="12192000" cy="751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5" name="Google Shape;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6289" y="1431523"/>
            <a:ext cx="769620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3"/>
          <p:cNvGrpSpPr/>
          <p:nvPr/>
        </p:nvGrpSpPr>
        <p:grpSpPr>
          <a:xfrm>
            <a:off x="3455579" y="754913"/>
            <a:ext cx="5284382" cy="5284382"/>
            <a:chOff x="3211032" y="393405"/>
            <a:chExt cx="5284382" cy="5284382"/>
          </a:xfrm>
        </p:grpSpPr>
        <p:sp>
          <p:nvSpPr>
            <p:cNvPr id="18" name="Google Shape;18;p23"/>
            <p:cNvSpPr/>
            <p:nvPr/>
          </p:nvSpPr>
          <p:spPr>
            <a:xfrm>
              <a:off x="3211032" y="3035595"/>
              <a:ext cx="5284382" cy="2642192"/>
            </a:xfrm>
            <a:custGeom>
              <a:rect b="b" l="l" r="r" t="t"/>
              <a:pathLst>
                <a:path extrusionOk="0" h="2642192" w="5284382">
                  <a:moveTo>
                    <a:pt x="0" y="0"/>
                  </a:moveTo>
                  <a:lnTo>
                    <a:pt x="5284382" y="0"/>
                  </a:lnTo>
                  <a:lnTo>
                    <a:pt x="5284382" y="1"/>
                  </a:lnTo>
                  <a:cubicBezTo>
                    <a:pt x="5284382" y="1459243"/>
                    <a:pt x="4101433" y="2642192"/>
                    <a:pt x="2642191" y="2642192"/>
                  </a:cubicBezTo>
                  <a:cubicBezTo>
                    <a:pt x="1182950" y="2642192"/>
                    <a:pt x="0" y="145924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3"/>
            <p:cNvSpPr/>
            <p:nvPr/>
          </p:nvSpPr>
          <p:spPr>
            <a:xfrm>
              <a:off x="3211033" y="393405"/>
              <a:ext cx="5284381" cy="5284381"/>
            </a:xfrm>
            <a:prstGeom prst="ellipse">
              <a:avLst/>
            </a:prstGeom>
            <a:noFill/>
            <a:ln cap="flat" cmpd="sng" w="1143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3"/>
          <p:cNvSpPr txBox="1"/>
          <p:nvPr>
            <p:ph idx="1" type="body"/>
          </p:nvPr>
        </p:nvSpPr>
        <p:spPr>
          <a:xfrm>
            <a:off x="0" y="1885904"/>
            <a:ext cx="121920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2" type="body"/>
          </p:nvPr>
        </p:nvSpPr>
        <p:spPr>
          <a:xfrm>
            <a:off x="-148" y="2589564"/>
            <a:ext cx="1219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3"/>
          <p:cNvSpPr/>
          <p:nvPr/>
        </p:nvSpPr>
        <p:spPr>
          <a:xfrm>
            <a:off x="1246938" y="355651"/>
            <a:ext cx="9698124" cy="6146698"/>
          </a:xfrm>
          <a:custGeom>
            <a:rect b="b" l="l" r="r" t="t"/>
            <a:pathLst>
              <a:path extrusionOk="0" h="6858000" w="10820400">
                <a:moveTo>
                  <a:pt x="9419183" y="0"/>
                </a:moveTo>
                <a:lnTo>
                  <a:pt x="9594710" y="0"/>
                </a:lnTo>
                <a:lnTo>
                  <a:pt x="9745585" y="191991"/>
                </a:lnTo>
                <a:cubicBezTo>
                  <a:pt x="10420638" y="1094643"/>
                  <a:pt x="10820400" y="2215137"/>
                  <a:pt x="10820400" y="3429000"/>
                </a:cubicBezTo>
                <a:cubicBezTo>
                  <a:pt x="10820400" y="4642864"/>
                  <a:pt x="10420638" y="5763357"/>
                  <a:pt x="9745585" y="6666009"/>
                </a:cubicBezTo>
                <a:lnTo>
                  <a:pt x="9594710" y="6858000"/>
                </a:lnTo>
                <a:lnTo>
                  <a:pt x="9419183" y="6858000"/>
                </a:lnTo>
                <a:lnTo>
                  <a:pt x="9481926" y="6785567"/>
                </a:lnTo>
                <a:cubicBezTo>
                  <a:pt x="10234700" y="5873416"/>
                  <a:pt x="10686902" y="4704017"/>
                  <a:pt x="10686902" y="3429000"/>
                </a:cubicBezTo>
                <a:cubicBezTo>
                  <a:pt x="10686902" y="2153983"/>
                  <a:pt x="10234700" y="984584"/>
                  <a:pt x="9481926" y="72434"/>
                </a:cubicBezTo>
                <a:close/>
                <a:moveTo>
                  <a:pt x="1225691" y="0"/>
                </a:moveTo>
                <a:lnTo>
                  <a:pt x="1400922" y="0"/>
                </a:lnTo>
                <a:lnTo>
                  <a:pt x="1338178" y="72434"/>
                </a:lnTo>
                <a:cubicBezTo>
                  <a:pt x="585405" y="984584"/>
                  <a:pt x="133202" y="2153983"/>
                  <a:pt x="133202" y="3429000"/>
                </a:cubicBezTo>
                <a:cubicBezTo>
                  <a:pt x="133202" y="4704017"/>
                  <a:pt x="585404" y="5873416"/>
                  <a:pt x="1338178" y="6785567"/>
                </a:cubicBezTo>
                <a:lnTo>
                  <a:pt x="1400922" y="6858000"/>
                </a:lnTo>
                <a:lnTo>
                  <a:pt x="1225691" y="6858000"/>
                </a:lnTo>
                <a:lnTo>
                  <a:pt x="1074816" y="6666009"/>
                </a:lnTo>
                <a:cubicBezTo>
                  <a:pt x="399763" y="5763357"/>
                  <a:pt x="0" y="4642864"/>
                  <a:pt x="0" y="3429000"/>
                </a:cubicBezTo>
                <a:cubicBezTo>
                  <a:pt x="0" y="2215137"/>
                  <a:pt x="399763" y="1094643"/>
                  <a:pt x="1074815" y="191991"/>
                </a:cubicBezTo>
                <a:close/>
              </a:path>
            </a:pathLst>
          </a:custGeom>
          <a:solidFill>
            <a:schemeClr val="accent2">
              <a:alpha val="1803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3692" y="3847524"/>
            <a:ext cx="5608008" cy="2526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228598"/>
            <a:ext cx="8422106" cy="1022686"/>
          </a:xfrm>
          <a:custGeom>
            <a:rect b="b" l="l" r="r" t="t"/>
            <a:pathLst>
              <a:path extrusionOk="0" h="1022686" w="8422106">
                <a:moveTo>
                  <a:pt x="0" y="0"/>
                </a:moveTo>
                <a:lnTo>
                  <a:pt x="7910763" y="0"/>
                </a:lnTo>
                <a:cubicBezTo>
                  <a:pt x="8193170" y="0"/>
                  <a:pt x="8422106" y="228936"/>
                  <a:pt x="8422106" y="511343"/>
                </a:cubicBezTo>
                <a:lnTo>
                  <a:pt x="8422105" y="511343"/>
                </a:lnTo>
                <a:cubicBezTo>
                  <a:pt x="8422105" y="793750"/>
                  <a:pt x="8193169" y="1022686"/>
                  <a:pt x="7910762" y="1022686"/>
                </a:cubicBezTo>
                <a:lnTo>
                  <a:pt x="0" y="1022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625642" y="400203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9"/>
          <p:cNvSpPr/>
          <p:nvPr/>
        </p:nvSpPr>
        <p:spPr>
          <a:xfrm>
            <a:off x="11446714" y="228599"/>
            <a:ext cx="745286" cy="1022685"/>
          </a:xfrm>
          <a:custGeom>
            <a:rect b="b" l="l" r="r" t="t"/>
            <a:pathLst>
              <a:path extrusionOk="0" h="1022685" w="745286">
                <a:moveTo>
                  <a:pt x="0" y="511342"/>
                </a:moveTo>
                <a:lnTo>
                  <a:pt x="0" y="511343"/>
                </a:lnTo>
                <a:lnTo>
                  <a:pt x="0" y="511343"/>
                </a:lnTo>
                <a:close/>
                <a:moveTo>
                  <a:pt x="511343" y="0"/>
                </a:moveTo>
                <a:lnTo>
                  <a:pt x="745286" y="0"/>
                </a:lnTo>
                <a:lnTo>
                  <a:pt x="745286" y="1022685"/>
                </a:lnTo>
                <a:lnTo>
                  <a:pt x="511343" y="1022685"/>
                </a:lnTo>
                <a:cubicBezTo>
                  <a:pt x="264237" y="1022685"/>
                  <a:pt x="58070" y="847406"/>
                  <a:pt x="10389" y="614396"/>
                </a:cubicBezTo>
                <a:lnTo>
                  <a:pt x="0" y="511343"/>
                </a:lnTo>
                <a:lnTo>
                  <a:pt x="10389" y="408290"/>
                </a:lnTo>
                <a:cubicBezTo>
                  <a:pt x="58070" y="175279"/>
                  <a:pt x="264237" y="0"/>
                  <a:pt x="51134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6545" y="129947"/>
            <a:ext cx="3215730" cy="144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yle slide layout">
  <p:cSld name="Style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/>
          <p:nvPr>
            <p:ph idx="2" type="pic"/>
          </p:nvPr>
        </p:nvSpPr>
        <p:spPr>
          <a:xfrm>
            <a:off x="3359696" y="0"/>
            <a:ext cx="5472608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21"/>
          <p:cNvSpPr/>
          <p:nvPr>
            <p:ph idx="3" type="pic"/>
          </p:nvPr>
        </p:nvSpPr>
        <p:spPr>
          <a:xfrm>
            <a:off x="0" y="0"/>
            <a:ext cx="3216000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" name="Google Shape;34;p21"/>
          <p:cNvSpPr/>
          <p:nvPr>
            <p:ph idx="4" type="pic"/>
          </p:nvPr>
        </p:nvSpPr>
        <p:spPr>
          <a:xfrm>
            <a:off x="8976000" y="0"/>
            <a:ext cx="3216000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" name="Google Shape;35;p21"/>
          <p:cNvSpPr/>
          <p:nvPr>
            <p:ph idx="5" type="pic"/>
          </p:nvPr>
        </p:nvSpPr>
        <p:spPr>
          <a:xfrm>
            <a:off x="0" y="3546000"/>
            <a:ext cx="3216000" cy="3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" name="Google Shape;36;p21"/>
          <p:cNvSpPr/>
          <p:nvPr>
            <p:ph idx="6" type="pic"/>
          </p:nvPr>
        </p:nvSpPr>
        <p:spPr>
          <a:xfrm>
            <a:off x="8976000" y="3546000"/>
            <a:ext cx="3216000" cy="3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ntents slide layout">
  <p:cSld name="5_Contents slide layou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 rot="5400000">
            <a:off x="-1583505" y="1865744"/>
            <a:ext cx="4754174" cy="1022686"/>
          </a:xfrm>
          <a:custGeom>
            <a:rect b="b" l="l" r="r" t="t"/>
            <a:pathLst>
              <a:path extrusionOk="0" h="1022686" w="4754174">
                <a:moveTo>
                  <a:pt x="0" y="1022685"/>
                </a:moveTo>
                <a:lnTo>
                  <a:pt x="0" y="0"/>
                </a:lnTo>
                <a:lnTo>
                  <a:pt x="4242831" y="0"/>
                </a:lnTo>
                <a:cubicBezTo>
                  <a:pt x="4525238" y="0"/>
                  <a:pt x="4754174" y="228936"/>
                  <a:pt x="4754174" y="511343"/>
                </a:cubicBezTo>
                <a:lnTo>
                  <a:pt x="4754173" y="511343"/>
                </a:lnTo>
                <a:cubicBezTo>
                  <a:pt x="4754173" y="793750"/>
                  <a:pt x="4525237" y="1022686"/>
                  <a:pt x="4242830" y="1022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 rot="-5400000">
            <a:off x="-1382129" y="1813587"/>
            <a:ext cx="4351421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" name="Google Shape;40;p22"/>
          <p:cNvPicPr preferRelativeResize="0"/>
          <p:nvPr/>
        </p:nvPicPr>
        <p:blipFill rotWithShape="1">
          <a:blip r:embed="rId2">
            <a:alphaModFix/>
          </a:blip>
          <a:srcRect b="0" l="42922" r="0" t="0"/>
          <a:stretch/>
        </p:blipFill>
        <p:spPr>
          <a:xfrm>
            <a:off x="8388" y="5427676"/>
            <a:ext cx="1599633" cy="1262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s slide layout">
  <p:cSld name="4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722811" y="347952"/>
            <a:ext cx="4284618" cy="2081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 slide layout">
  <p:cSld name="1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1876926" y="400203"/>
            <a:ext cx="10019799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s slide layout">
  <p:cSld name="2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/>
          <p:nvPr/>
        </p:nvSpPr>
        <p:spPr>
          <a:xfrm>
            <a:off x="259307" y="245659"/>
            <a:ext cx="11668836" cy="6387153"/>
          </a:xfrm>
          <a:prstGeom prst="roundRect">
            <a:avLst>
              <a:gd fmla="val 4853" name="adj"/>
            </a:avLst>
          </a:prstGeom>
          <a:solidFill>
            <a:schemeClr val="lt1">
              <a:alpha val="4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0" y="454795"/>
            <a:ext cx="12192000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s slide layout">
  <p:cSld name="3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2923674" y="400203"/>
            <a:ext cx="9268326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s slide layout">
  <p:cSld name="6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/>
          <p:nvPr>
            <p:ph idx="2" type="pic"/>
          </p:nvPr>
        </p:nvSpPr>
        <p:spPr>
          <a:xfrm>
            <a:off x="7682029" y="446628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28"/>
          <p:cNvSpPr/>
          <p:nvPr>
            <p:ph idx="3" type="pic"/>
          </p:nvPr>
        </p:nvSpPr>
        <p:spPr>
          <a:xfrm>
            <a:off x="5569741" y="68736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" name="Google Shape;53;p28"/>
          <p:cNvSpPr/>
          <p:nvPr>
            <p:ph idx="4" type="pic"/>
          </p:nvPr>
        </p:nvSpPr>
        <p:spPr>
          <a:xfrm>
            <a:off x="7682029" y="257682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28"/>
          <p:cNvSpPr/>
          <p:nvPr>
            <p:ph idx="5" type="pic"/>
          </p:nvPr>
        </p:nvSpPr>
        <p:spPr>
          <a:xfrm>
            <a:off x="5569741" y="257682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28"/>
          <p:cNvSpPr/>
          <p:nvPr>
            <p:ph idx="6" type="pic"/>
          </p:nvPr>
        </p:nvSpPr>
        <p:spPr>
          <a:xfrm>
            <a:off x="5569741" y="446628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28"/>
          <p:cNvSpPr/>
          <p:nvPr>
            <p:ph idx="7" type="pic"/>
          </p:nvPr>
        </p:nvSpPr>
        <p:spPr>
          <a:xfrm>
            <a:off x="7682029" y="687363"/>
            <a:ext cx="1920000" cy="172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7" name="Google Shape;57;p28"/>
          <p:cNvSpPr/>
          <p:nvPr/>
        </p:nvSpPr>
        <p:spPr>
          <a:xfrm>
            <a:off x="5377560" y="548680"/>
            <a:ext cx="4416491" cy="5760640"/>
          </a:xfrm>
          <a:prstGeom prst="frame">
            <a:avLst>
              <a:gd fmla="val 827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957943" y="255898"/>
            <a:ext cx="3065417" cy="1790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Images &amp; Contents Layout">
  <p:cSld name="21_Images &amp; Contents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/>
          <p:nvPr>
            <p:ph idx="2" type="pic"/>
          </p:nvPr>
        </p:nvSpPr>
        <p:spPr>
          <a:xfrm>
            <a:off x="1" y="69669"/>
            <a:ext cx="12191999" cy="66424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Images &amp; Contents Layout">
  <p:cSld name="22_Images &amp; Contents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/>
          <p:nvPr>
            <p:ph idx="2" type="pic"/>
          </p:nvPr>
        </p:nvSpPr>
        <p:spPr>
          <a:xfrm>
            <a:off x="5342260" y="475982"/>
            <a:ext cx="5949395" cy="595068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NG sets layout">
  <p:cSld name="PNG sets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con sets layout">
  <p:cSld name="1_Icon sets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2"/>
          <p:cNvSpPr/>
          <p:nvPr/>
        </p:nvSpPr>
        <p:spPr>
          <a:xfrm>
            <a:off x="354009" y="1131590"/>
            <a:ext cx="3560767" cy="5402561"/>
          </a:xfrm>
          <a:prstGeom prst="roundRect">
            <a:avLst>
              <a:gd fmla="val 39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fmla="val 50000" name="adj"/>
            </a:avLst>
          </a:prstGeom>
          <a:solidFill>
            <a:schemeClr val="lt1">
              <a:alpha val="4117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/>
          <p:nvPr/>
        </p:nvSpPr>
        <p:spPr>
          <a:xfrm rot="5400000">
            <a:off x="3057176" y="1276653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chemeClr val="lt1">
              <a:alpha val="2313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2"/>
          <p:cNvSpPr txBox="1"/>
          <p:nvPr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2"/>
          <p:cNvSpPr txBox="1"/>
          <p:nvPr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2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2"/>
          <p:cNvSpPr txBox="1"/>
          <p:nvPr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/>
          <p:nvPr/>
        </p:nvSpPr>
        <p:spPr>
          <a:xfrm flipH="1" rot="10800000">
            <a:off x="0" y="2573079"/>
            <a:ext cx="12192000" cy="4284921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4"/>
          <p:cNvSpPr txBox="1"/>
          <p:nvPr>
            <p:ph idx="1" type="body"/>
          </p:nvPr>
        </p:nvSpPr>
        <p:spPr>
          <a:xfrm>
            <a:off x="2835789" y="4018161"/>
            <a:ext cx="6496050" cy="677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4"/>
          <p:cNvSpPr txBox="1"/>
          <p:nvPr>
            <p:ph idx="2" type="body"/>
          </p:nvPr>
        </p:nvSpPr>
        <p:spPr>
          <a:xfrm>
            <a:off x="2835789" y="4695577"/>
            <a:ext cx="649605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34"/>
          <p:cNvSpPr/>
          <p:nvPr/>
        </p:nvSpPr>
        <p:spPr>
          <a:xfrm flipH="1" rot="10800000">
            <a:off x="4683860" y="5709153"/>
            <a:ext cx="2824280" cy="992604"/>
          </a:xfrm>
          <a:prstGeom prst="triangle">
            <a:avLst>
              <a:gd fmla="val 50000" name="adj"/>
            </a:avLst>
          </a:prstGeom>
          <a:solidFill>
            <a:schemeClr val="lt1">
              <a:alpha val="3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62968" y="1176881"/>
            <a:ext cx="5667649" cy="2553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6.jpg"/><Relationship Id="rId5" Type="http://schemas.openxmlformats.org/officeDocument/2006/relationships/image" Target="../media/image12.jpg"/><Relationship Id="rId6" Type="http://schemas.openxmlformats.org/officeDocument/2006/relationships/image" Target="../media/image14.jpg"/><Relationship Id="rId7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50980"/>
          </a:schemeClr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idx="1" type="body"/>
          </p:nvPr>
        </p:nvSpPr>
        <p:spPr>
          <a:xfrm>
            <a:off x="-148" y="5663773"/>
            <a:ext cx="121920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Criciúma, novembro de 2018.</a:t>
            </a:r>
            <a:endParaRPr/>
          </a:p>
        </p:txBody>
      </p:sp>
      <p:sp>
        <p:nvSpPr>
          <p:cNvPr id="86" name="Google Shape;86;p1"/>
          <p:cNvSpPr txBox="1"/>
          <p:nvPr>
            <p:ph type="title"/>
          </p:nvPr>
        </p:nvSpPr>
        <p:spPr>
          <a:xfrm>
            <a:off x="-148" y="4838062"/>
            <a:ext cx="12192000" cy="751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/>
              <a:t>FIT+: COMIDA SAUDÁVEL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782269" y="235315"/>
            <a:ext cx="86271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C5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CEDUP- CENTRO DE EDUCAÇÃO PROFISSIONAL - “ABÍLIO PAULO”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C5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CURSO INTEGRADO DE INFORMÁTICA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-200267" y="2023201"/>
            <a:ext cx="32799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C5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MARIELEN RUTE DE SOUZA</a:t>
            </a:r>
            <a:endParaRPr b="1" i="0" sz="2000" u="none" cap="none" strike="noStrike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912087" y="2019938"/>
            <a:ext cx="3279913" cy="751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C5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NÁTALI BIANCHINI VIEIRA</a:t>
            </a:r>
            <a:endParaRPr b="1" i="0" sz="2000" u="none" cap="none" strike="noStrike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8817" y="28998"/>
            <a:ext cx="1113035" cy="77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0" y="403902"/>
            <a:ext cx="6275036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Sumário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2" y="4932217"/>
            <a:ext cx="1007294" cy="1370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7232387" y="2623861"/>
            <a:ext cx="4959613" cy="200583"/>
          </a:xfrm>
          <a:prstGeom prst="rect">
            <a:avLst/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322231" y="2101224"/>
            <a:ext cx="2348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Fim.</a:t>
            </a:r>
            <a:endParaRPr b="1" sz="24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350201" y="5275209"/>
            <a:ext cx="318434" cy="318434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496772" y="2931924"/>
            <a:ext cx="352176" cy="303924"/>
          </a:xfrm>
          <a:custGeom>
            <a:rect b="b" l="l" r="r" t="t"/>
            <a:pathLst>
              <a:path extrusionOk="0" h="2796091" w="3240006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081943" y="4663503"/>
            <a:ext cx="456243" cy="427084"/>
          </a:xfrm>
          <a:custGeom>
            <a:rect b="b" l="l" r="r" t="t"/>
            <a:pathLst>
              <a:path extrusionOk="0" h="3032924" w="3239999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852001" y="4142075"/>
            <a:ext cx="475673" cy="479645"/>
          </a:xfrm>
          <a:custGeom>
            <a:rect b="b" l="l" r="r" t="t"/>
            <a:pathLst>
              <a:path extrusionOk="0" h="1665940" w="1652142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0" y="4351464"/>
            <a:ext cx="2348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endParaRPr b="1" sz="24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 rot="-695472">
            <a:off x="6664894" y="3572053"/>
            <a:ext cx="471567" cy="471567"/>
          </a:xfrm>
          <a:custGeom>
            <a:rect b="b" l="l" r="r" t="t"/>
            <a:pathLst>
              <a:path extrusionOk="0" h="3240000" w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3368945" y="2924996"/>
            <a:ext cx="792000" cy="1756063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158215" y="2521049"/>
            <a:ext cx="792000" cy="1756063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578826" y="3501060"/>
            <a:ext cx="792000" cy="1756063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787299" y="4059265"/>
            <a:ext cx="792000" cy="175606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997967" y="4584245"/>
            <a:ext cx="792000" cy="1756063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2578826" y="3774586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381509" y="3198522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155784" y="2806695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794684" y="4350650"/>
            <a:ext cx="7675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94265" y="4849795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239117" y="4686289"/>
            <a:ext cx="34167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Pesquisas relacionadas ao projeto.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802000" y="6217735"/>
            <a:ext cx="36083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Objetivos gerais e específicos do projeto.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1395652" y="6322812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214908" y="5800071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2988855" y="5252617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783398" y="4684568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901860" y="4338416"/>
            <a:ext cx="3416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Apresentação Prática.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534927" y="4304258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232921" y="5773540"/>
            <a:ext cx="318434" cy="318434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964663" y="5161834"/>
            <a:ext cx="456243" cy="427084"/>
          </a:xfrm>
          <a:custGeom>
            <a:rect b="b" l="l" r="r" t="t"/>
            <a:pathLst>
              <a:path extrusionOk="0" h="3032924" w="3239999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745338" y="5812671"/>
            <a:ext cx="3608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Linguagens Utilizadas.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2734721" y="4640406"/>
            <a:ext cx="475673" cy="479645"/>
          </a:xfrm>
          <a:custGeom>
            <a:rect b="b" l="l" r="r" t="t"/>
            <a:pathLst>
              <a:path extrusionOk="0" h="1665940" w="1652142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3404110" y="5323052"/>
            <a:ext cx="3608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Ferramentas Utilizadas.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 rot="-695472">
            <a:off x="3547614" y="4070384"/>
            <a:ext cx="471567" cy="471567"/>
          </a:xfrm>
          <a:custGeom>
            <a:rect b="b" l="l" r="r" t="t"/>
            <a:pathLst>
              <a:path extrusionOk="0" h="3240000" w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945679" y="2199983"/>
            <a:ext cx="792000" cy="1756063"/>
          </a:xfrm>
          <a:prstGeom prst="roundRect">
            <a:avLst>
              <a:gd fmla="val 50000" name="adj"/>
            </a:avLst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5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4943248" y="2485629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639322" y="3980054"/>
            <a:ext cx="3416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Conclusões.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5319502" y="3970479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 rot="-551746">
            <a:off x="4269862" y="3632320"/>
            <a:ext cx="576024" cy="431088"/>
          </a:xfrm>
          <a:custGeom>
            <a:rect b="b" l="l" r="r" t="t"/>
            <a:pathLst>
              <a:path extrusionOk="0" h="2129375" w="3240006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5126347" y="3319665"/>
            <a:ext cx="421265" cy="426602"/>
          </a:xfrm>
          <a:custGeom>
            <a:rect b="b" l="l" r="r" t="t"/>
            <a:pathLst>
              <a:path extrusionOk="0" h="2880180" w="2844151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5700000" y="1835574"/>
            <a:ext cx="792000" cy="1756063"/>
          </a:xfrm>
          <a:prstGeom prst="roundRect">
            <a:avLst>
              <a:gd fmla="val 50000" name="adj"/>
            </a:avLst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5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5697569" y="2121220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541333" y="3661432"/>
            <a:ext cx="3416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Planos Futuros.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094523" y="3614008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 rot="670615">
            <a:off x="5867324" y="3005066"/>
            <a:ext cx="450270" cy="461665"/>
          </a:xfrm>
          <a:custGeom>
            <a:rect b="b" l="l" r="r" t="t"/>
            <a:pathLst>
              <a:path extrusionOk="0" h="2354521" w="2296406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449785" y="1591018"/>
            <a:ext cx="792000" cy="1756063"/>
          </a:xfrm>
          <a:prstGeom prst="roundRect">
            <a:avLst>
              <a:gd fmla="val 50000" name="adj"/>
            </a:avLst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5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6447354" y="1876664"/>
            <a:ext cx="7874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7371943" y="3350652"/>
            <a:ext cx="34167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Referências.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6937904" y="3355693"/>
            <a:ext cx="381000" cy="247650"/>
          </a:xfrm>
          <a:custGeom>
            <a:rect b="b" l="l" r="r" t="t"/>
            <a:pathLst>
              <a:path extrusionOk="0" h="247650" w="381000">
                <a:moveTo>
                  <a:pt x="0" y="0"/>
                </a:moveTo>
                <a:lnTo>
                  <a:pt x="0" y="247650"/>
                </a:lnTo>
                <a:lnTo>
                  <a:pt x="381000" y="24765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 rot="2700000">
            <a:off x="6740070" y="2574243"/>
            <a:ext cx="188749" cy="688251"/>
          </a:xfrm>
          <a:custGeom>
            <a:rect b="b" l="l" r="r" t="t"/>
            <a:pathLst>
              <a:path extrusionOk="0" h="4153123" w="1035916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3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/>
          <p:nvPr/>
        </p:nvSpPr>
        <p:spPr>
          <a:xfrm>
            <a:off x="6511548" y="1555705"/>
            <a:ext cx="4955434" cy="738664"/>
          </a:xfrm>
          <a:prstGeom prst="rect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1589033" y="2283081"/>
            <a:ext cx="514921" cy="514921"/>
          </a:xfrm>
          <a:prstGeom prst="ellipse">
            <a:avLst/>
          </a:pr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619368" y="4866160"/>
            <a:ext cx="385862" cy="385862"/>
          </a:xfrm>
          <a:prstGeom prst="ellipse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>
            <p:ph idx="1" type="body"/>
          </p:nvPr>
        </p:nvSpPr>
        <p:spPr>
          <a:xfrm>
            <a:off x="0" y="409608"/>
            <a:ext cx="1191505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2087709" y="3648174"/>
            <a:ext cx="2264025" cy="2581176"/>
          </a:xfrm>
          <a:custGeom>
            <a:rect b="b" l="l" r="r" t="t"/>
            <a:pathLst>
              <a:path extrusionOk="0" h="3858469" w="3384376">
                <a:moveTo>
                  <a:pt x="1740934" y="236685"/>
                </a:moveTo>
                <a:lnTo>
                  <a:pt x="1571200" y="249050"/>
                </a:lnTo>
                <a:lnTo>
                  <a:pt x="1377859" y="294013"/>
                </a:lnTo>
                <a:lnTo>
                  <a:pt x="1316035" y="316494"/>
                </a:lnTo>
                <a:lnTo>
                  <a:pt x="1250839" y="341224"/>
                </a:lnTo>
                <a:lnTo>
                  <a:pt x="1187891" y="369326"/>
                </a:lnTo>
                <a:lnTo>
                  <a:pt x="1123819" y="403048"/>
                </a:lnTo>
                <a:lnTo>
                  <a:pt x="1063119" y="439018"/>
                </a:lnTo>
                <a:lnTo>
                  <a:pt x="1003544" y="478360"/>
                </a:lnTo>
                <a:lnTo>
                  <a:pt x="948464" y="523323"/>
                </a:lnTo>
                <a:lnTo>
                  <a:pt x="896757" y="571658"/>
                </a:lnTo>
                <a:lnTo>
                  <a:pt x="850670" y="625614"/>
                </a:lnTo>
                <a:lnTo>
                  <a:pt x="809079" y="680693"/>
                </a:lnTo>
                <a:lnTo>
                  <a:pt x="776481" y="741393"/>
                </a:lnTo>
                <a:lnTo>
                  <a:pt x="749504" y="807713"/>
                </a:lnTo>
                <a:lnTo>
                  <a:pt x="733767" y="876282"/>
                </a:lnTo>
                <a:lnTo>
                  <a:pt x="725898" y="952718"/>
                </a:lnTo>
                <a:lnTo>
                  <a:pt x="729270" y="1005550"/>
                </a:lnTo>
                <a:lnTo>
                  <a:pt x="743883" y="1055009"/>
                </a:lnTo>
                <a:lnTo>
                  <a:pt x="764117" y="1099972"/>
                </a:lnTo>
                <a:lnTo>
                  <a:pt x="793342" y="1140438"/>
                </a:lnTo>
                <a:lnTo>
                  <a:pt x="823692" y="1178657"/>
                </a:lnTo>
                <a:lnTo>
                  <a:pt x="858539" y="1212379"/>
                </a:lnTo>
                <a:lnTo>
                  <a:pt x="893385" y="1238232"/>
                </a:lnTo>
                <a:lnTo>
                  <a:pt x="929355" y="1262962"/>
                </a:lnTo>
                <a:lnTo>
                  <a:pt x="976566" y="1280947"/>
                </a:lnTo>
                <a:lnTo>
                  <a:pt x="1028273" y="1293312"/>
                </a:lnTo>
                <a:lnTo>
                  <a:pt x="1085601" y="1302304"/>
                </a:lnTo>
                <a:lnTo>
                  <a:pt x="1146301" y="1307925"/>
                </a:lnTo>
                <a:lnTo>
                  <a:pt x="1210373" y="1312421"/>
                </a:lnTo>
                <a:lnTo>
                  <a:pt x="1273321" y="1313545"/>
                </a:lnTo>
                <a:lnTo>
                  <a:pt x="1338517" y="1313545"/>
                </a:lnTo>
                <a:lnTo>
                  <a:pt x="1403713" y="1315793"/>
                </a:lnTo>
                <a:lnTo>
                  <a:pt x="1465537" y="1320290"/>
                </a:lnTo>
                <a:lnTo>
                  <a:pt x="1522865" y="1324786"/>
                </a:lnTo>
                <a:lnTo>
                  <a:pt x="1575696" y="1332654"/>
                </a:lnTo>
                <a:lnTo>
                  <a:pt x="1625155" y="1345019"/>
                </a:lnTo>
                <a:lnTo>
                  <a:pt x="1665622" y="1360756"/>
                </a:lnTo>
                <a:lnTo>
                  <a:pt x="1695971" y="1383238"/>
                </a:lnTo>
                <a:lnTo>
                  <a:pt x="1720701" y="1407967"/>
                </a:lnTo>
                <a:lnTo>
                  <a:pt x="1743182" y="1437193"/>
                </a:lnTo>
                <a:lnTo>
                  <a:pt x="1760043" y="1465295"/>
                </a:lnTo>
                <a:lnTo>
                  <a:pt x="1775780" y="1497893"/>
                </a:lnTo>
                <a:lnTo>
                  <a:pt x="1788145" y="1528243"/>
                </a:lnTo>
                <a:lnTo>
                  <a:pt x="1800510" y="1560841"/>
                </a:lnTo>
                <a:lnTo>
                  <a:pt x="1812875" y="1594563"/>
                </a:lnTo>
                <a:lnTo>
                  <a:pt x="1827488" y="1624913"/>
                </a:lnTo>
                <a:lnTo>
                  <a:pt x="1840977" y="1655263"/>
                </a:lnTo>
                <a:lnTo>
                  <a:pt x="1857838" y="1684489"/>
                </a:lnTo>
                <a:lnTo>
                  <a:pt x="1875823" y="1710342"/>
                </a:lnTo>
                <a:lnTo>
                  <a:pt x="1898304" y="1735072"/>
                </a:lnTo>
                <a:lnTo>
                  <a:pt x="1925282" y="1755305"/>
                </a:lnTo>
                <a:lnTo>
                  <a:pt x="1957880" y="1772166"/>
                </a:lnTo>
                <a:lnTo>
                  <a:pt x="1997222" y="1785655"/>
                </a:lnTo>
                <a:lnTo>
                  <a:pt x="2039937" y="1794647"/>
                </a:lnTo>
                <a:lnTo>
                  <a:pt x="2090520" y="1798020"/>
                </a:lnTo>
                <a:lnTo>
                  <a:pt x="2152344" y="1796896"/>
                </a:lnTo>
                <a:lnTo>
                  <a:pt x="2178198" y="1837362"/>
                </a:lnTo>
                <a:lnTo>
                  <a:pt x="2209672" y="1880077"/>
                </a:lnTo>
                <a:lnTo>
                  <a:pt x="2245642" y="1925040"/>
                </a:lnTo>
                <a:lnTo>
                  <a:pt x="2287233" y="1967754"/>
                </a:lnTo>
                <a:lnTo>
                  <a:pt x="2329947" y="2009345"/>
                </a:lnTo>
                <a:lnTo>
                  <a:pt x="2372662" y="2039695"/>
                </a:lnTo>
                <a:lnTo>
                  <a:pt x="2415377" y="2062176"/>
                </a:lnTo>
                <a:lnTo>
                  <a:pt x="2452471" y="2072293"/>
                </a:lnTo>
                <a:lnTo>
                  <a:pt x="2495186" y="2074541"/>
                </a:lnTo>
                <a:lnTo>
                  <a:pt x="2542397" y="2072293"/>
                </a:lnTo>
                <a:lnTo>
                  <a:pt x="2591856" y="2067797"/>
                </a:lnTo>
                <a:lnTo>
                  <a:pt x="2642439" y="2057680"/>
                </a:lnTo>
                <a:lnTo>
                  <a:pt x="2691898" y="2045315"/>
                </a:lnTo>
                <a:lnTo>
                  <a:pt x="2740233" y="2031826"/>
                </a:lnTo>
                <a:lnTo>
                  <a:pt x="2784072" y="2014965"/>
                </a:lnTo>
                <a:lnTo>
                  <a:pt x="2824539" y="1999228"/>
                </a:lnTo>
                <a:lnTo>
                  <a:pt x="2854888" y="1982367"/>
                </a:lnTo>
                <a:lnTo>
                  <a:pt x="2879618" y="1967754"/>
                </a:lnTo>
                <a:lnTo>
                  <a:pt x="2916712" y="1939653"/>
                </a:lnTo>
                <a:lnTo>
                  <a:pt x="2952683" y="1907055"/>
                </a:lnTo>
                <a:lnTo>
                  <a:pt x="2987529" y="1872208"/>
                </a:lnTo>
                <a:lnTo>
                  <a:pt x="3022375" y="1835114"/>
                </a:lnTo>
                <a:lnTo>
                  <a:pt x="3054973" y="1792399"/>
                </a:lnTo>
                <a:lnTo>
                  <a:pt x="3084199" y="1747437"/>
                </a:lnTo>
                <a:lnTo>
                  <a:pt x="3110053" y="1697977"/>
                </a:lnTo>
                <a:lnTo>
                  <a:pt x="3132534" y="1642898"/>
                </a:lnTo>
                <a:lnTo>
                  <a:pt x="3149395" y="1585570"/>
                </a:lnTo>
                <a:lnTo>
                  <a:pt x="3161760" y="1520374"/>
                </a:lnTo>
                <a:lnTo>
                  <a:pt x="3166256" y="1452930"/>
                </a:lnTo>
                <a:lnTo>
                  <a:pt x="3164008" y="1377617"/>
                </a:lnTo>
                <a:lnTo>
                  <a:pt x="3153891" y="1297808"/>
                </a:lnTo>
                <a:lnTo>
                  <a:pt x="3129162" y="1178657"/>
                </a:lnTo>
                <a:lnTo>
                  <a:pt x="3098812" y="1068498"/>
                </a:lnTo>
                <a:lnTo>
                  <a:pt x="3059469" y="962835"/>
                </a:lnTo>
                <a:lnTo>
                  <a:pt x="3012258" y="863917"/>
                </a:lnTo>
                <a:lnTo>
                  <a:pt x="2959427" y="772867"/>
                </a:lnTo>
                <a:lnTo>
                  <a:pt x="2896479" y="686314"/>
                </a:lnTo>
                <a:lnTo>
                  <a:pt x="2829035" y="608753"/>
                </a:lnTo>
                <a:lnTo>
                  <a:pt x="2750350" y="539060"/>
                </a:lnTo>
                <a:lnTo>
                  <a:pt x="2669417" y="473864"/>
                </a:lnTo>
                <a:lnTo>
                  <a:pt x="2577243" y="418785"/>
                </a:lnTo>
                <a:lnTo>
                  <a:pt x="2479449" y="369326"/>
                </a:lnTo>
                <a:lnTo>
                  <a:pt x="2374910" y="326611"/>
                </a:lnTo>
                <a:lnTo>
                  <a:pt x="2262503" y="294013"/>
                </a:lnTo>
                <a:lnTo>
                  <a:pt x="2142228" y="268159"/>
                </a:lnTo>
                <a:lnTo>
                  <a:pt x="2017456" y="249050"/>
                </a:lnTo>
                <a:lnTo>
                  <a:pt x="1882567" y="238933"/>
                </a:lnTo>
                <a:close/>
                <a:moveTo>
                  <a:pt x="1743955" y="0"/>
                </a:moveTo>
                <a:lnTo>
                  <a:pt x="1891201" y="1188"/>
                </a:lnTo>
                <a:lnTo>
                  <a:pt x="2029245" y="11883"/>
                </a:lnTo>
                <a:lnTo>
                  <a:pt x="2160387" y="29708"/>
                </a:lnTo>
                <a:lnTo>
                  <a:pt x="2285777" y="55851"/>
                </a:lnTo>
                <a:lnTo>
                  <a:pt x="2405415" y="87936"/>
                </a:lnTo>
                <a:lnTo>
                  <a:pt x="2515850" y="129527"/>
                </a:lnTo>
                <a:lnTo>
                  <a:pt x="2622834" y="174683"/>
                </a:lnTo>
                <a:lnTo>
                  <a:pt x="2720615" y="228157"/>
                </a:lnTo>
                <a:lnTo>
                  <a:pt x="2812644" y="288761"/>
                </a:lnTo>
                <a:lnTo>
                  <a:pt x="2901222" y="356496"/>
                </a:lnTo>
                <a:lnTo>
                  <a:pt x="2980598" y="428983"/>
                </a:lnTo>
                <a:lnTo>
                  <a:pt x="3053071" y="509789"/>
                </a:lnTo>
                <a:lnTo>
                  <a:pt x="3120942" y="594159"/>
                </a:lnTo>
                <a:lnTo>
                  <a:pt x="3180761" y="684471"/>
                </a:lnTo>
                <a:lnTo>
                  <a:pt x="3235979" y="779537"/>
                </a:lnTo>
                <a:lnTo>
                  <a:pt x="3272791" y="859154"/>
                </a:lnTo>
                <a:lnTo>
                  <a:pt x="3305001" y="948278"/>
                </a:lnTo>
                <a:lnTo>
                  <a:pt x="3333760" y="1045720"/>
                </a:lnTo>
                <a:lnTo>
                  <a:pt x="3356767" y="1151480"/>
                </a:lnTo>
                <a:lnTo>
                  <a:pt x="3374023" y="1259617"/>
                </a:lnTo>
                <a:lnTo>
                  <a:pt x="3382075" y="1371319"/>
                </a:lnTo>
                <a:lnTo>
                  <a:pt x="3384376" y="1485398"/>
                </a:lnTo>
                <a:lnTo>
                  <a:pt x="3377474" y="1598288"/>
                </a:lnTo>
                <a:lnTo>
                  <a:pt x="3363669" y="1708802"/>
                </a:lnTo>
                <a:lnTo>
                  <a:pt x="3338361" y="1816939"/>
                </a:lnTo>
                <a:lnTo>
                  <a:pt x="3305001" y="1909627"/>
                </a:lnTo>
                <a:lnTo>
                  <a:pt x="3264738" y="1996375"/>
                </a:lnTo>
                <a:lnTo>
                  <a:pt x="3216423" y="2075992"/>
                </a:lnTo>
                <a:lnTo>
                  <a:pt x="3166957" y="2153233"/>
                </a:lnTo>
                <a:lnTo>
                  <a:pt x="3111739" y="2229285"/>
                </a:lnTo>
                <a:lnTo>
                  <a:pt x="3057672" y="2300584"/>
                </a:lnTo>
                <a:lnTo>
                  <a:pt x="3003605" y="2374260"/>
                </a:lnTo>
                <a:lnTo>
                  <a:pt x="2950688" y="2447935"/>
                </a:lnTo>
                <a:lnTo>
                  <a:pt x="2915027" y="2507351"/>
                </a:lnTo>
                <a:lnTo>
                  <a:pt x="2886268" y="2575085"/>
                </a:lnTo>
                <a:lnTo>
                  <a:pt x="2863260" y="2646385"/>
                </a:lnTo>
                <a:lnTo>
                  <a:pt x="2844855" y="2723625"/>
                </a:lnTo>
                <a:lnTo>
                  <a:pt x="2842554" y="2760463"/>
                </a:lnTo>
                <a:lnTo>
                  <a:pt x="2844855" y="2804431"/>
                </a:lnTo>
                <a:lnTo>
                  <a:pt x="2850606" y="2857905"/>
                </a:lnTo>
                <a:lnTo>
                  <a:pt x="2858659" y="2913756"/>
                </a:lnTo>
                <a:lnTo>
                  <a:pt x="2871313" y="2974360"/>
                </a:lnTo>
                <a:lnTo>
                  <a:pt x="2886268" y="3034965"/>
                </a:lnTo>
                <a:lnTo>
                  <a:pt x="2901222" y="3093192"/>
                </a:lnTo>
                <a:lnTo>
                  <a:pt x="2917328" y="3149043"/>
                </a:lnTo>
                <a:lnTo>
                  <a:pt x="2932282" y="3198952"/>
                </a:lnTo>
                <a:lnTo>
                  <a:pt x="2947237" y="3242920"/>
                </a:lnTo>
                <a:lnTo>
                  <a:pt x="2959891" y="3275005"/>
                </a:lnTo>
                <a:lnTo>
                  <a:pt x="2978297" y="3322538"/>
                </a:lnTo>
                <a:lnTo>
                  <a:pt x="2995552" y="3380765"/>
                </a:lnTo>
                <a:lnTo>
                  <a:pt x="3013958" y="3446123"/>
                </a:lnTo>
                <a:lnTo>
                  <a:pt x="3032364" y="3512668"/>
                </a:lnTo>
                <a:lnTo>
                  <a:pt x="3053071" y="3573273"/>
                </a:lnTo>
                <a:lnTo>
                  <a:pt x="3074928" y="3626747"/>
                </a:lnTo>
                <a:lnTo>
                  <a:pt x="2878215" y="3692105"/>
                </a:lnTo>
                <a:lnTo>
                  <a:pt x="2687254" y="3747955"/>
                </a:lnTo>
                <a:lnTo>
                  <a:pt x="2505497" y="3793112"/>
                </a:lnTo>
                <a:lnTo>
                  <a:pt x="2328340" y="3826384"/>
                </a:lnTo>
                <a:lnTo>
                  <a:pt x="2155785" y="3850151"/>
                </a:lnTo>
                <a:lnTo>
                  <a:pt x="1988983" y="3858469"/>
                </a:lnTo>
                <a:lnTo>
                  <a:pt x="1825631" y="3856092"/>
                </a:lnTo>
                <a:lnTo>
                  <a:pt x="1666880" y="3840644"/>
                </a:lnTo>
                <a:lnTo>
                  <a:pt x="1510430" y="3813313"/>
                </a:lnTo>
                <a:lnTo>
                  <a:pt x="1503528" y="3774098"/>
                </a:lnTo>
                <a:lnTo>
                  <a:pt x="1495476" y="3728942"/>
                </a:lnTo>
                <a:lnTo>
                  <a:pt x="1485122" y="3674280"/>
                </a:lnTo>
                <a:lnTo>
                  <a:pt x="1477070" y="3616052"/>
                </a:lnTo>
                <a:lnTo>
                  <a:pt x="1465566" y="3553071"/>
                </a:lnTo>
                <a:lnTo>
                  <a:pt x="1454062" y="3488902"/>
                </a:lnTo>
                <a:lnTo>
                  <a:pt x="1441408" y="3425921"/>
                </a:lnTo>
                <a:lnTo>
                  <a:pt x="1426454" y="3365317"/>
                </a:lnTo>
                <a:lnTo>
                  <a:pt x="1411499" y="3307089"/>
                </a:lnTo>
                <a:lnTo>
                  <a:pt x="1393093" y="3255992"/>
                </a:lnTo>
                <a:lnTo>
                  <a:pt x="1373537" y="3212024"/>
                </a:lnTo>
                <a:lnTo>
                  <a:pt x="1352830" y="3177563"/>
                </a:lnTo>
                <a:lnTo>
                  <a:pt x="1329823" y="3156173"/>
                </a:lnTo>
                <a:lnTo>
                  <a:pt x="1304515" y="3145478"/>
                </a:lnTo>
                <a:lnTo>
                  <a:pt x="1275756" y="3140725"/>
                </a:lnTo>
                <a:lnTo>
                  <a:pt x="1242395" y="3143102"/>
                </a:lnTo>
                <a:lnTo>
                  <a:pt x="1209035" y="3147855"/>
                </a:lnTo>
                <a:lnTo>
                  <a:pt x="1177975" y="3156173"/>
                </a:lnTo>
                <a:lnTo>
                  <a:pt x="1148065" y="3164491"/>
                </a:lnTo>
                <a:lnTo>
                  <a:pt x="1120456" y="3172809"/>
                </a:lnTo>
                <a:lnTo>
                  <a:pt x="1099750" y="3179939"/>
                </a:lnTo>
                <a:lnTo>
                  <a:pt x="1050284" y="3196576"/>
                </a:lnTo>
                <a:lnTo>
                  <a:pt x="993916" y="3212024"/>
                </a:lnTo>
                <a:lnTo>
                  <a:pt x="930646" y="3225095"/>
                </a:lnTo>
                <a:lnTo>
                  <a:pt x="863925" y="3233414"/>
                </a:lnTo>
                <a:lnTo>
                  <a:pt x="797204" y="3240544"/>
                </a:lnTo>
                <a:lnTo>
                  <a:pt x="729332" y="3242920"/>
                </a:lnTo>
                <a:lnTo>
                  <a:pt x="664912" y="3238167"/>
                </a:lnTo>
                <a:lnTo>
                  <a:pt x="603942" y="3227472"/>
                </a:lnTo>
                <a:lnTo>
                  <a:pt x="570582" y="3219154"/>
                </a:lnTo>
                <a:lnTo>
                  <a:pt x="537221" y="3203706"/>
                </a:lnTo>
                <a:lnTo>
                  <a:pt x="503860" y="3185881"/>
                </a:lnTo>
                <a:lnTo>
                  <a:pt x="475101" y="3164491"/>
                </a:lnTo>
                <a:lnTo>
                  <a:pt x="445192" y="3138348"/>
                </a:lnTo>
                <a:lnTo>
                  <a:pt x="422184" y="3111017"/>
                </a:lnTo>
                <a:lnTo>
                  <a:pt x="406079" y="3076556"/>
                </a:lnTo>
                <a:lnTo>
                  <a:pt x="393425" y="3037341"/>
                </a:lnTo>
                <a:lnTo>
                  <a:pt x="388824" y="2994562"/>
                </a:lnTo>
                <a:lnTo>
                  <a:pt x="393425" y="2947029"/>
                </a:lnTo>
                <a:lnTo>
                  <a:pt x="399177" y="2913756"/>
                </a:lnTo>
                <a:lnTo>
                  <a:pt x="407230" y="2876918"/>
                </a:lnTo>
                <a:lnTo>
                  <a:pt x="416433" y="2838892"/>
                </a:lnTo>
                <a:lnTo>
                  <a:pt x="419884" y="2802054"/>
                </a:lnTo>
                <a:lnTo>
                  <a:pt x="419884" y="2762840"/>
                </a:lnTo>
                <a:lnTo>
                  <a:pt x="409530" y="2728379"/>
                </a:lnTo>
                <a:lnTo>
                  <a:pt x="399177" y="2709365"/>
                </a:lnTo>
                <a:lnTo>
                  <a:pt x="380771" y="2691541"/>
                </a:lnTo>
                <a:lnTo>
                  <a:pt x="361215" y="2678469"/>
                </a:lnTo>
                <a:lnTo>
                  <a:pt x="340508" y="2667774"/>
                </a:lnTo>
                <a:lnTo>
                  <a:pt x="319802" y="2652326"/>
                </a:lnTo>
                <a:lnTo>
                  <a:pt x="303697" y="2635690"/>
                </a:lnTo>
                <a:lnTo>
                  <a:pt x="291043" y="2614300"/>
                </a:lnTo>
                <a:lnTo>
                  <a:pt x="286441" y="2590534"/>
                </a:lnTo>
                <a:lnTo>
                  <a:pt x="288742" y="2566767"/>
                </a:lnTo>
                <a:lnTo>
                  <a:pt x="296794" y="2544189"/>
                </a:lnTo>
                <a:lnTo>
                  <a:pt x="307148" y="2525176"/>
                </a:lnTo>
                <a:lnTo>
                  <a:pt x="314050" y="2506163"/>
                </a:lnTo>
                <a:lnTo>
                  <a:pt x="280689" y="2482397"/>
                </a:lnTo>
                <a:lnTo>
                  <a:pt x="257682" y="2458630"/>
                </a:lnTo>
                <a:lnTo>
                  <a:pt x="245028" y="2434864"/>
                </a:lnTo>
                <a:lnTo>
                  <a:pt x="242727" y="2408721"/>
                </a:lnTo>
                <a:lnTo>
                  <a:pt x="246178" y="2384955"/>
                </a:lnTo>
                <a:lnTo>
                  <a:pt x="255381" y="2358812"/>
                </a:lnTo>
                <a:lnTo>
                  <a:pt x="268035" y="2332669"/>
                </a:lnTo>
                <a:lnTo>
                  <a:pt x="281840" y="2306526"/>
                </a:lnTo>
                <a:lnTo>
                  <a:pt x="294494" y="2279194"/>
                </a:lnTo>
                <a:lnTo>
                  <a:pt x="307148" y="2253051"/>
                </a:lnTo>
                <a:lnTo>
                  <a:pt x="314050" y="2224532"/>
                </a:lnTo>
                <a:lnTo>
                  <a:pt x="291043" y="2203142"/>
                </a:lnTo>
                <a:lnTo>
                  <a:pt x="258832" y="2186505"/>
                </a:lnTo>
                <a:lnTo>
                  <a:pt x="223171" y="2171057"/>
                </a:lnTo>
                <a:lnTo>
                  <a:pt x="186359" y="2157986"/>
                </a:lnTo>
                <a:lnTo>
                  <a:pt x="148397" y="2144914"/>
                </a:lnTo>
                <a:lnTo>
                  <a:pt x="110435" y="2131843"/>
                </a:lnTo>
                <a:lnTo>
                  <a:pt x="74774" y="2116395"/>
                </a:lnTo>
                <a:lnTo>
                  <a:pt x="46015" y="2099758"/>
                </a:lnTo>
                <a:lnTo>
                  <a:pt x="20707" y="2075992"/>
                </a:lnTo>
                <a:lnTo>
                  <a:pt x="5752" y="2047472"/>
                </a:lnTo>
                <a:lnTo>
                  <a:pt x="0" y="2017764"/>
                </a:lnTo>
                <a:lnTo>
                  <a:pt x="4602" y="1989245"/>
                </a:lnTo>
                <a:lnTo>
                  <a:pt x="14955" y="1963102"/>
                </a:lnTo>
                <a:lnTo>
                  <a:pt x="31060" y="1941712"/>
                </a:lnTo>
                <a:lnTo>
                  <a:pt x="50616" y="1920322"/>
                </a:lnTo>
                <a:lnTo>
                  <a:pt x="69022" y="1902497"/>
                </a:lnTo>
                <a:lnTo>
                  <a:pt x="83977" y="1888238"/>
                </a:lnTo>
                <a:lnTo>
                  <a:pt x="127691" y="1835952"/>
                </a:lnTo>
                <a:lnTo>
                  <a:pt x="173705" y="1788419"/>
                </a:lnTo>
                <a:lnTo>
                  <a:pt x="219720" y="1740886"/>
                </a:lnTo>
                <a:lnTo>
                  <a:pt x="263434" y="1688600"/>
                </a:lnTo>
                <a:lnTo>
                  <a:pt x="304847" y="1637503"/>
                </a:lnTo>
                <a:lnTo>
                  <a:pt x="342809" y="1579275"/>
                </a:lnTo>
                <a:lnTo>
                  <a:pt x="373869" y="1516294"/>
                </a:lnTo>
                <a:lnTo>
                  <a:pt x="391124" y="1464008"/>
                </a:lnTo>
                <a:lnTo>
                  <a:pt x="396876" y="1412910"/>
                </a:lnTo>
                <a:lnTo>
                  <a:pt x="396876" y="1358248"/>
                </a:lnTo>
                <a:lnTo>
                  <a:pt x="395726" y="1300020"/>
                </a:lnTo>
                <a:lnTo>
                  <a:pt x="393425" y="1241793"/>
                </a:lnTo>
                <a:lnTo>
                  <a:pt x="395726" y="1178812"/>
                </a:lnTo>
                <a:lnTo>
                  <a:pt x="401478" y="1112266"/>
                </a:lnTo>
                <a:lnTo>
                  <a:pt x="465898" y="837764"/>
                </a:lnTo>
                <a:lnTo>
                  <a:pt x="506161" y="737946"/>
                </a:lnTo>
                <a:lnTo>
                  <a:pt x="554476" y="645257"/>
                </a:lnTo>
                <a:lnTo>
                  <a:pt x="610844" y="558510"/>
                </a:lnTo>
                <a:lnTo>
                  <a:pt x="675265" y="476516"/>
                </a:lnTo>
                <a:lnTo>
                  <a:pt x="746588" y="401652"/>
                </a:lnTo>
                <a:lnTo>
                  <a:pt x="823662" y="332729"/>
                </a:lnTo>
                <a:lnTo>
                  <a:pt x="907639" y="269748"/>
                </a:lnTo>
                <a:lnTo>
                  <a:pt x="995067" y="213897"/>
                </a:lnTo>
                <a:lnTo>
                  <a:pt x="1089397" y="163988"/>
                </a:lnTo>
                <a:lnTo>
                  <a:pt x="1186027" y="122397"/>
                </a:lnTo>
                <a:lnTo>
                  <a:pt x="1283808" y="85559"/>
                </a:lnTo>
                <a:lnTo>
                  <a:pt x="1612813" y="10695"/>
                </a:ln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2508622" y="3607944"/>
            <a:ext cx="1724990" cy="1408875"/>
            <a:chOff x="2013968" y="3436751"/>
            <a:chExt cx="1553313" cy="1268660"/>
          </a:xfrm>
        </p:grpSpPr>
        <p:sp>
          <p:nvSpPr>
            <p:cNvPr id="155" name="Google Shape;155;p3"/>
            <p:cNvSpPr/>
            <p:nvPr/>
          </p:nvSpPr>
          <p:spPr>
            <a:xfrm>
              <a:off x="2449222" y="4068559"/>
              <a:ext cx="787521" cy="450317"/>
            </a:xfrm>
            <a:custGeom>
              <a:rect b="b" l="l" r="r" t="t"/>
              <a:pathLst>
                <a:path extrusionOk="0" h="450317" w="787521">
                  <a:moveTo>
                    <a:pt x="0" y="266700"/>
                  </a:moveTo>
                  <a:cubicBezTo>
                    <a:pt x="10858" y="357546"/>
                    <a:pt x="100071" y="416489"/>
                    <a:pt x="255646" y="449827"/>
                  </a:cubicBezTo>
                  <a:cubicBezTo>
                    <a:pt x="525521" y="454590"/>
                    <a:pt x="677608" y="427396"/>
                    <a:pt x="762000" y="247650"/>
                  </a:cubicBezTo>
                  <a:cubicBezTo>
                    <a:pt x="790575" y="123825"/>
                    <a:pt x="828675" y="9525"/>
                    <a:pt x="666750" y="0"/>
                  </a:cubicBezTo>
                  <a:cubicBezTo>
                    <a:pt x="482600" y="44450"/>
                    <a:pt x="479425" y="-15875"/>
                    <a:pt x="333375" y="133350"/>
                  </a:cubicBezTo>
                  <a:cubicBezTo>
                    <a:pt x="152400" y="234950"/>
                    <a:pt x="219075" y="212725"/>
                    <a:pt x="0" y="2667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767594" y="3944340"/>
              <a:ext cx="799687" cy="761071"/>
            </a:xfrm>
            <a:custGeom>
              <a:rect b="b" l="l" r="r" t="t"/>
              <a:pathLst>
                <a:path extrusionOk="0" h="761071" w="799687">
                  <a:moveTo>
                    <a:pt x="677050" y="0"/>
                  </a:moveTo>
                  <a:cubicBezTo>
                    <a:pt x="845325" y="244475"/>
                    <a:pt x="832625" y="469900"/>
                    <a:pt x="686575" y="657225"/>
                  </a:cubicBezTo>
                  <a:cubicBezTo>
                    <a:pt x="550050" y="781050"/>
                    <a:pt x="404000" y="771525"/>
                    <a:pt x="334150" y="742950"/>
                  </a:cubicBezTo>
                  <a:cubicBezTo>
                    <a:pt x="216675" y="657225"/>
                    <a:pt x="-15100" y="676275"/>
                    <a:pt x="775" y="571500"/>
                  </a:cubicBezTo>
                  <a:cubicBezTo>
                    <a:pt x="410350" y="508000"/>
                    <a:pt x="438925" y="473075"/>
                    <a:pt x="391300" y="161925"/>
                  </a:cubicBezTo>
                  <a:cubicBezTo>
                    <a:pt x="423050" y="25400"/>
                    <a:pt x="531000" y="69850"/>
                    <a:pt x="677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 rot="729172">
              <a:off x="2087789" y="3544222"/>
              <a:ext cx="1108213" cy="819288"/>
            </a:xfrm>
            <a:custGeom>
              <a:rect b="b" l="l" r="r" t="t"/>
              <a:pathLst>
                <a:path extrusionOk="0" h="819288" w="1108213">
                  <a:moveTo>
                    <a:pt x="801061" y="138"/>
                  </a:moveTo>
                  <a:cubicBezTo>
                    <a:pt x="239086" y="-6212"/>
                    <a:pt x="210511" y="206513"/>
                    <a:pt x="58111" y="362088"/>
                  </a:cubicBezTo>
                  <a:cubicBezTo>
                    <a:pt x="-129214" y="600213"/>
                    <a:pt x="178761" y="781188"/>
                    <a:pt x="381961" y="819288"/>
                  </a:cubicBezTo>
                  <a:cubicBezTo>
                    <a:pt x="607386" y="793888"/>
                    <a:pt x="705811" y="790713"/>
                    <a:pt x="886786" y="381138"/>
                  </a:cubicBezTo>
                  <a:cubicBezTo>
                    <a:pt x="1185236" y="187463"/>
                    <a:pt x="1205874" y="12838"/>
                    <a:pt x="801061" y="1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 rot="-661335">
              <a:off x="2783102" y="3569867"/>
              <a:ext cx="664953" cy="552450"/>
            </a:xfrm>
            <a:custGeom>
              <a:rect b="b" l="l" r="r" t="t"/>
              <a:pathLst>
                <a:path extrusionOk="0" h="552450" w="664953">
                  <a:moveTo>
                    <a:pt x="203562" y="0"/>
                  </a:moveTo>
                  <a:cubicBezTo>
                    <a:pt x="473437" y="53975"/>
                    <a:pt x="509950" y="136525"/>
                    <a:pt x="613137" y="285750"/>
                  </a:cubicBezTo>
                  <a:cubicBezTo>
                    <a:pt x="689337" y="460375"/>
                    <a:pt x="708387" y="530225"/>
                    <a:pt x="479787" y="552450"/>
                  </a:cubicBezTo>
                  <a:cubicBezTo>
                    <a:pt x="168637" y="425450"/>
                    <a:pt x="273859" y="583016"/>
                    <a:pt x="30643" y="539106"/>
                  </a:cubicBezTo>
                  <a:cubicBezTo>
                    <a:pt x="-117699" y="224002"/>
                    <a:pt x="327387" y="311150"/>
                    <a:pt x="20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2832058" y="3937442"/>
            <a:ext cx="330629" cy="330629"/>
            <a:chOff x="2376865" y="3778393"/>
            <a:chExt cx="297724" cy="297724"/>
          </a:xfrm>
        </p:grpSpPr>
        <p:sp>
          <p:nvSpPr>
            <p:cNvPr id="160" name="Google Shape;160;p3"/>
            <p:cNvSpPr/>
            <p:nvPr/>
          </p:nvSpPr>
          <p:spPr>
            <a:xfrm>
              <a:off x="2376865" y="3778393"/>
              <a:ext cx="297724" cy="297724"/>
            </a:xfrm>
            <a:prstGeom prst="ellipse">
              <a:avLst/>
            </a:pr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2456719" y="3819533"/>
              <a:ext cx="138017" cy="215444"/>
            </a:xfrm>
            <a:prstGeom prst="rect">
              <a:avLst/>
            </a:prstGeom>
            <a:solidFill>
              <a:srgbClr val="9DC518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3766636" y="4584774"/>
            <a:ext cx="330629" cy="330629"/>
            <a:chOff x="3143872" y="4241436"/>
            <a:chExt cx="297724" cy="297724"/>
          </a:xfrm>
        </p:grpSpPr>
        <p:sp>
          <p:nvSpPr>
            <p:cNvPr id="163" name="Google Shape;163;p3"/>
            <p:cNvSpPr/>
            <p:nvPr/>
          </p:nvSpPr>
          <p:spPr>
            <a:xfrm>
              <a:off x="3143872" y="4241436"/>
              <a:ext cx="297724" cy="297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3223726" y="4293296"/>
              <a:ext cx="138017" cy="194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1425" spcFirstLastPara="1" rIns="91425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3639740" y="3955724"/>
            <a:ext cx="330629" cy="330629"/>
            <a:chOff x="3143872" y="4241436"/>
            <a:chExt cx="297724" cy="297724"/>
          </a:xfrm>
        </p:grpSpPr>
        <p:sp>
          <p:nvSpPr>
            <p:cNvPr id="166" name="Google Shape;166;p3"/>
            <p:cNvSpPr/>
            <p:nvPr/>
          </p:nvSpPr>
          <p:spPr>
            <a:xfrm>
              <a:off x="3143872" y="4241436"/>
              <a:ext cx="297724" cy="297724"/>
            </a:xfrm>
            <a:prstGeom prst="ellipse">
              <a:avLst/>
            </a:pr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3223726" y="4282576"/>
              <a:ext cx="138017" cy="215444"/>
            </a:xfrm>
            <a:prstGeom prst="rect">
              <a:avLst/>
            </a:prstGeom>
            <a:solidFill>
              <a:srgbClr val="9DC518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202421" y="4353914"/>
            <a:ext cx="330629" cy="330629"/>
            <a:chOff x="3143872" y="4241436"/>
            <a:chExt cx="297724" cy="297724"/>
          </a:xfrm>
        </p:grpSpPr>
        <p:sp>
          <p:nvSpPr>
            <p:cNvPr id="169" name="Google Shape;169;p3"/>
            <p:cNvSpPr/>
            <p:nvPr/>
          </p:nvSpPr>
          <p:spPr>
            <a:xfrm>
              <a:off x="3143872" y="4241436"/>
              <a:ext cx="297724" cy="297724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3223726" y="4293296"/>
              <a:ext cx="138017" cy="194002"/>
            </a:xfrm>
            <a:prstGeom prst="rect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71" name="Google Shape;171;p3"/>
          <p:cNvSpPr txBox="1"/>
          <p:nvPr/>
        </p:nvSpPr>
        <p:spPr>
          <a:xfrm>
            <a:off x="7026469" y="2449559"/>
            <a:ext cx="44749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Aprimorar as técnicas aprendidas durante o curso.</a:t>
            </a:r>
            <a:endParaRPr b="1" sz="16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7026469" y="3225762"/>
            <a:ext cx="44749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Incentivar saúde e alimentação saudável.</a:t>
            </a:r>
            <a:endParaRPr b="1" sz="16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6511548" y="5116324"/>
            <a:ext cx="514921" cy="508874"/>
          </a:xfrm>
          <a:prstGeom prst="ellipse">
            <a:avLst/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026468" y="5011393"/>
            <a:ext cx="44749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Aprender sobre os processos de criação de sites.</a:t>
            </a:r>
            <a:endParaRPr b="1" sz="18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6642133" y="5238745"/>
            <a:ext cx="23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7026468" y="5735319"/>
            <a:ext cx="44749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Criar um ambiente onde as pessoas possam compartilhar receitas e conhecimentos sobre vida saudável.</a:t>
            </a:r>
            <a:endParaRPr sz="16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072535" y="1669576"/>
            <a:ext cx="3816644" cy="5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 Gerais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449502" y="2794644"/>
            <a:ext cx="415375" cy="4153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4457754" y="3616489"/>
            <a:ext cx="514921" cy="5149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1736708" y="3863579"/>
            <a:ext cx="514921" cy="514921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1780474" y="3181226"/>
            <a:ext cx="514921" cy="5149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3310873" y="3057820"/>
            <a:ext cx="514921" cy="514921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700742" y="2385925"/>
            <a:ext cx="514921" cy="5149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3983079" y="2838430"/>
            <a:ext cx="514921" cy="514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5105982" y="3189874"/>
            <a:ext cx="514921" cy="5149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1044174" y="4699711"/>
            <a:ext cx="514921" cy="514921"/>
          </a:xfrm>
          <a:prstGeom prst="ellipse">
            <a:avLst/>
          </a:pr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923925" y="3888198"/>
            <a:ext cx="415375" cy="415375"/>
          </a:xfrm>
          <a:prstGeom prst="ellipse">
            <a:avLst/>
          </a:prstGeom>
          <a:solidFill>
            <a:srgbClr val="7593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2670094" y="1821187"/>
            <a:ext cx="514921" cy="5149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5235045" y="4025937"/>
            <a:ext cx="514921" cy="514921"/>
          </a:xfrm>
          <a:prstGeom prst="ellipse">
            <a:avLst/>
          </a:pr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4498000" y="4500030"/>
            <a:ext cx="415375" cy="4153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4242633" y="5529968"/>
            <a:ext cx="415375" cy="415375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4782032" y="5178017"/>
            <a:ext cx="514921" cy="514921"/>
          </a:xfrm>
          <a:prstGeom prst="ellipse">
            <a:avLst/>
          </a:pr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1432065" y="5322282"/>
            <a:ext cx="415375" cy="4153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1017778" y="2870249"/>
            <a:ext cx="514921" cy="5149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3936358" y="1960532"/>
            <a:ext cx="415375" cy="415375"/>
          </a:xfrm>
          <a:prstGeom prst="ellipse">
            <a:avLst/>
          </a:prstGeom>
          <a:solidFill>
            <a:srgbClr val="7593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 rot="-2700000">
            <a:off x="4589011" y="4591461"/>
            <a:ext cx="233352" cy="232514"/>
          </a:xfrm>
          <a:custGeom>
            <a:rect b="b" l="l" r="r" t="t"/>
            <a:pathLst>
              <a:path extrusionOk="0" h="4988198" w="5013893">
                <a:moveTo>
                  <a:pt x="2478390" y="2611081"/>
                </a:moveTo>
                <a:cubicBezTo>
                  <a:pt x="2457771" y="2592409"/>
                  <a:pt x="2429286" y="2580859"/>
                  <a:pt x="2397823" y="2580860"/>
                </a:cubicBezTo>
                <a:cubicBezTo>
                  <a:pt x="2334895" y="2580860"/>
                  <a:pt x="2283883" y="2627055"/>
                  <a:pt x="2283883" y="2684041"/>
                </a:cubicBezTo>
                <a:cubicBezTo>
                  <a:pt x="2283883" y="2741026"/>
                  <a:pt x="2334895" y="2787222"/>
                  <a:pt x="2397823" y="2787222"/>
                </a:cubicBezTo>
                <a:cubicBezTo>
                  <a:pt x="2460750" y="2787222"/>
                  <a:pt x="2511762" y="2741027"/>
                  <a:pt x="2511762" y="2684041"/>
                </a:cubicBezTo>
                <a:cubicBezTo>
                  <a:pt x="2511762" y="2655548"/>
                  <a:pt x="2499009" y="2629752"/>
                  <a:pt x="2478390" y="2611081"/>
                </a:cubicBezTo>
                <a:close/>
                <a:moveTo>
                  <a:pt x="3181089" y="3310648"/>
                </a:moveTo>
                <a:lnTo>
                  <a:pt x="3181089" y="4278147"/>
                </a:lnTo>
                <a:cubicBezTo>
                  <a:pt x="3181089" y="4670297"/>
                  <a:pt x="2863188" y="4988198"/>
                  <a:pt x="2471038" y="4988198"/>
                </a:cubicBezTo>
                <a:lnTo>
                  <a:pt x="2466851" y="4988198"/>
                </a:lnTo>
                <a:cubicBezTo>
                  <a:pt x="2074701" y="4988198"/>
                  <a:pt x="1756800" y="4670297"/>
                  <a:pt x="1756800" y="4278147"/>
                </a:cubicBezTo>
                <a:lnTo>
                  <a:pt x="1756800" y="3310649"/>
                </a:lnTo>
                <a:close/>
                <a:moveTo>
                  <a:pt x="2478390" y="2244919"/>
                </a:moveTo>
                <a:cubicBezTo>
                  <a:pt x="2457771" y="2226247"/>
                  <a:pt x="2429286" y="2214698"/>
                  <a:pt x="2397822" y="2214698"/>
                </a:cubicBezTo>
                <a:cubicBezTo>
                  <a:pt x="2334895" y="2214698"/>
                  <a:pt x="2283883" y="2260894"/>
                  <a:pt x="2283883" y="2317879"/>
                </a:cubicBezTo>
                <a:cubicBezTo>
                  <a:pt x="2283883" y="2374865"/>
                  <a:pt x="2334895" y="2421060"/>
                  <a:pt x="2397823" y="2421060"/>
                </a:cubicBezTo>
                <a:cubicBezTo>
                  <a:pt x="2460750" y="2421060"/>
                  <a:pt x="2511762" y="2374865"/>
                  <a:pt x="2511762" y="2317879"/>
                </a:cubicBezTo>
                <a:cubicBezTo>
                  <a:pt x="2511762" y="2289386"/>
                  <a:pt x="2499009" y="2263591"/>
                  <a:pt x="2478390" y="2244919"/>
                </a:cubicBezTo>
                <a:close/>
                <a:moveTo>
                  <a:pt x="2883802" y="2611081"/>
                </a:moveTo>
                <a:cubicBezTo>
                  <a:pt x="2863183" y="2592409"/>
                  <a:pt x="2834698" y="2580860"/>
                  <a:pt x="2803234" y="2580860"/>
                </a:cubicBezTo>
                <a:cubicBezTo>
                  <a:pt x="2740307" y="2580860"/>
                  <a:pt x="2689295" y="2627055"/>
                  <a:pt x="2689295" y="2684041"/>
                </a:cubicBezTo>
                <a:cubicBezTo>
                  <a:pt x="2689295" y="2741027"/>
                  <a:pt x="2740307" y="2787222"/>
                  <a:pt x="2803234" y="2787222"/>
                </a:cubicBezTo>
                <a:cubicBezTo>
                  <a:pt x="2866162" y="2787222"/>
                  <a:pt x="2917174" y="2741027"/>
                  <a:pt x="2917174" y="2684041"/>
                </a:cubicBezTo>
                <a:cubicBezTo>
                  <a:pt x="2917174" y="2655548"/>
                  <a:pt x="2904421" y="2629753"/>
                  <a:pt x="2883802" y="2611081"/>
                </a:cubicBezTo>
                <a:close/>
                <a:moveTo>
                  <a:pt x="2883802" y="2244919"/>
                </a:moveTo>
                <a:cubicBezTo>
                  <a:pt x="2863183" y="2226247"/>
                  <a:pt x="2834698" y="2214698"/>
                  <a:pt x="2803234" y="2214698"/>
                </a:cubicBezTo>
                <a:cubicBezTo>
                  <a:pt x="2740307" y="2214698"/>
                  <a:pt x="2689295" y="2260893"/>
                  <a:pt x="2689295" y="2317879"/>
                </a:cubicBezTo>
                <a:cubicBezTo>
                  <a:pt x="2689295" y="2374865"/>
                  <a:pt x="2740307" y="2421060"/>
                  <a:pt x="2803234" y="2421060"/>
                </a:cubicBezTo>
                <a:cubicBezTo>
                  <a:pt x="2866162" y="2421060"/>
                  <a:pt x="2917174" y="2374865"/>
                  <a:pt x="2917174" y="2317879"/>
                </a:cubicBezTo>
                <a:cubicBezTo>
                  <a:pt x="2917174" y="2289386"/>
                  <a:pt x="2904421" y="2263591"/>
                  <a:pt x="2883802" y="2244919"/>
                </a:cubicBezTo>
                <a:close/>
                <a:moveTo>
                  <a:pt x="3090277" y="2137135"/>
                </a:moveTo>
                <a:cubicBezTo>
                  <a:pt x="3115489" y="2159966"/>
                  <a:pt x="3131082" y="2191507"/>
                  <a:pt x="3131082" y="2226346"/>
                </a:cubicBezTo>
                <a:lnTo>
                  <a:pt x="3131083" y="2730981"/>
                </a:lnTo>
                <a:cubicBezTo>
                  <a:pt x="3131083" y="2800659"/>
                  <a:pt x="3068708" y="2857144"/>
                  <a:pt x="2991765" y="2857144"/>
                </a:cubicBezTo>
                <a:lnTo>
                  <a:pt x="2178629" y="2857144"/>
                </a:lnTo>
                <a:cubicBezTo>
                  <a:pt x="2101685" y="2857144"/>
                  <a:pt x="2039311" y="2800659"/>
                  <a:pt x="2039311" y="2730981"/>
                </a:cubicBezTo>
                <a:lnTo>
                  <a:pt x="2039311" y="2226346"/>
                </a:lnTo>
                <a:cubicBezTo>
                  <a:pt x="2039311" y="2156668"/>
                  <a:pt x="2101685" y="2100183"/>
                  <a:pt x="2178628" y="2100183"/>
                </a:cubicBezTo>
                <a:lnTo>
                  <a:pt x="2991765" y="2100183"/>
                </a:lnTo>
                <a:cubicBezTo>
                  <a:pt x="3030237" y="2100183"/>
                  <a:pt x="3065066" y="2114305"/>
                  <a:pt x="3090277" y="2137135"/>
                </a:cubicBezTo>
                <a:close/>
                <a:moveTo>
                  <a:pt x="3259975" y="2022388"/>
                </a:moveTo>
                <a:cubicBezTo>
                  <a:pt x="3226293" y="1991887"/>
                  <a:pt x="3179761" y="1973021"/>
                  <a:pt x="3128364" y="1973021"/>
                </a:cubicBezTo>
                <a:lnTo>
                  <a:pt x="2042028" y="1973021"/>
                </a:lnTo>
                <a:cubicBezTo>
                  <a:pt x="1939234" y="1973021"/>
                  <a:pt x="1855902" y="2048484"/>
                  <a:pt x="1855903" y="2141571"/>
                </a:cubicBezTo>
                <a:lnTo>
                  <a:pt x="1855903" y="2815756"/>
                </a:lnTo>
                <a:cubicBezTo>
                  <a:pt x="1855902" y="2908843"/>
                  <a:pt x="1939234" y="2984307"/>
                  <a:pt x="2042028" y="2984307"/>
                </a:cubicBezTo>
                <a:lnTo>
                  <a:pt x="3128364" y="2984307"/>
                </a:lnTo>
                <a:cubicBezTo>
                  <a:pt x="3231158" y="2984307"/>
                  <a:pt x="3314490" y="2908843"/>
                  <a:pt x="3314489" y="2815756"/>
                </a:cubicBezTo>
                <a:lnTo>
                  <a:pt x="3314490" y="2141572"/>
                </a:lnTo>
                <a:cubicBezTo>
                  <a:pt x="3314490" y="2095028"/>
                  <a:pt x="3293657" y="2052890"/>
                  <a:pt x="3259975" y="2022388"/>
                </a:cubicBezTo>
                <a:close/>
                <a:moveTo>
                  <a:pt x="2951580" y="207969"/>
                </a:moveTo>
                <a:cubicBezTo>
                  <a:pt x="3080074" y="336463"/>
                  <a:pt x="3159549" y="513976"/>
                  <a:pt x="3159549" y="710051"/>
                </a:cubicBezTo>
                <a:lnTo>
                  <a:pt x="3159549" y="1677549"/>
                </a:lnTo>
                <a:lnTo>
                  <a:pt x="1735260" y="1677549"/>
                </a:lnTo>
                <a:lnTo>
                  <a:pt x="1735260" y="710051"/>
                </a:lnTo>
                <a:cubicBezTo>
                  <a:pt x="1735260" y="317901"/>
                  <a:pt x="2053161" y="0"/>
                  <a:pt x="2445311" y="0"/>
                </a:cubicBezTo>
                <a:lnTo>
                  <a:pt x="2449498" y="0"/>
                </a:lnTo>
                <a:cubicBezTo>
                  <a:pt x="2645573" y="0"/>
                  <a:pt x="2823086" y="79475"/>
                  <a:pt x="2951580" y="207969"/>
                </a:cubicBezTo>
                <a:close/>
                <a:moveTo>
                  <a:pt x="4788706" y="1962817"/>
                </a:moveTo>
                <a:cubicBezTo>
                  <a:pt x="4927838" y="2088812"/>
                  <a:pt x="5013893" y="2262872"/>
                  <a:pt x="5013893" y="2455134"/>
                </a:cubicBezTo>
                <a:lnTo>
                  <a:pt x="5013893" y="2507346"/>
                </a:lnTo>
                <a:cubicBezTo>
                  <a:pt x="5013893" y="2891869"/>
                  <a:pt x="4669673" y="3203587"/>
                  <a:pt x="4245056" y="3203587"/>
                </a:cubicBezTo>
                <a:lnTo>
                  <a:pt x="768837" y="3203587"/>
                </a:lnTo>
                <a:cubicBezTo>
                  <a:pt x="344220" y="3203587"/>
                  <a:pt x="0" y="2891869"/>
                  <a:pt x="0" y="2507346"/>
                </a:cubicBezTo>
                <a:lnTo>
                  <a:pt x="0" y="2455134"/>
                </a:lnTo>
                <a:cubicBezTo>
                  <a:pt x="0" y="2070610"/>
                  <a:pt x="344220" y="1758893"/>
                  <a:pt x="768837" y="1758893"/>
                </a:cubicBezTo>
                <a:lnTo>
                  <a:pt x="4245056" y="1758893"/>
                </a:lnTo>
                <a:cubicBezTo>
                  <a:pt x="4457364" y="1758892"/>
                  <a:pt x="4649573" y="1836822"/>
                  <a:pt x="4788706" y="19628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1905862" y="3981987"/>
            <a:ext cx="176614" cy="278107"/>
          </a:xfrm>
          <a:custGeom>
            <a:rect b="b" l="l" r="r" t="t"/>
            <a:pathLst>
              <a:path extrusionOk="0" h="3966044" w="2518668">
                <a:moveTo>
                  <a:pt x="1247104" y="1675381"/>
                </a:moveTo>
                <a:cubicBezTo>
                  <a:pt x="1157133" y="1675381"/>
                  <a:pt x="1084196" y="1748460"/>
                  <a:pt x="1084196" y="1838607"/>
                </a:cubicBezTo>
                <a:lnTo>
                  <a:pt x="1084196" y="2052497"/>
                </a:lnTo>
                <a:lnTo>
                  <a:pt x="868740" y="2052497"/>
                </a:lnTo>
                <a:cubicBezTo>
                  <a:pt x="778769" y="2052497"/>
                  <a:pt x="705832" y="2125576"/>
                  <a:pt x="705832" y="2215723"/>
                </a:cubicBezTo>
                <a:lnTo>
                  <a:pt x="705832" y="2244204"/>
                </a:lnTo>
                <a:cubicBezTo>
                  <a:pt x="705832" y="2334351"/>
                  <a:pt x="778769" y="2407430"/>
                  <a:pt x="868740" y="2407430"/>
                </a:cubicBezTo>
                <a:lnTo>
                  <a:pt x="1084196" y="2407430"/>
                </a:lnTo>
                <a:lnTo>
                  <a:pt x="1084196" y="2621319"/>
                </a:lnTo>
                <a:cubicBezTo>
                  <a:pt x="1084196" y="2711466"/>
                  <a:pt x="1157133" y="2784545"/>
                  <a:pt x="1247104" y="2784545"/>
                </a:cubicBezTo>
                <a:lnTo>
                  <a:pt x="1275530" y="2784545"/>
                </a:lnTo>
                <a:cubicBezTo>
                  <a:pt x="1365501" y="2784545"/>
                  <a:pt x="1438438" y="2711466"/>
                  <a:pt x="1438438" y="2621319"/>
                </a:cubicBezTo>
                <a:lnTo>
                  <a:pt x="1438438" y="2407430"/>
                </a:lnTo>
                <a:lnTo>
                  <a:pt x="1649929" y="2407430"/>
                </a:lnTo>
                <a:cubicBezTo>
                  <a:pt x="1739900" y="2407430"/>
                  <a:pt x="1812837" y="2334351"/>
                  <a:pt x="1812837" y="2244204"/>
                </a:cubicBezTo>
                <a:lnTo>
                  <a:pt x="1812837" y="2215723"/>
                </a:lnTo>
                <a:cubicBezTo>
                  <a:pt x="1812837" y="2125576"/>
                  <a:pt x="1739900" y="2052497"/>
                  <a:pt x="1649929" y="2052497"/>
                </a:cubicBezTo>
                <a:lnTo>
                  <a:pt x="1438438" y="2052497"/>
                </a:lnTo>
                <a:lnTo>
                  <a:pt x="1438438" y="1838607"/>
                </a:lnTo>
                <a:cubicBezTo>
                  <a:pt x="1438438" y="1748460"/>
                  <a:pt x="1365501" y="1675381"/>
                  <a:pt x="1275530" y="1675381"/>
                </a:cubicBezTo>
                <a:close/>
                <a:moveTo>
                  <a:pt x="598231" y="1304672"/>
                </a:moveTo>
                <a:lnTo>
                  <a:pt x="1916472" y="1304672"/>
                </a:lnTo>
                <a:lnTo>
                  <a:pt x="1916472" y="3157943"/>
                </a:lnTo>
                <a:lnTo>
                  <a:pt x="598231" y="3157943"/>
                </a:lnTo>
                <a:close/>
                <a:moveTo>
                  <a:pt x="506487" y="1209418"/>
                </a:moveTo>
                <a:lnTo>
                  <a:pt x="506487" y="3250508"/>
                </a:lnTo>
                <a:lnTo>
                  <a:pt x="2012181" y="3250508"/>
                </a:lnTo>
                <a:lnTo>
                  <a:pt x="2012181" y="1209418"/>
                </a:lnTo>
                <a:close/>
                <a:moveTo>
                  <a:pt x="419786" y="541629"/>
                </a:moveTo>
                <a:lnTo>
                  <a:pt x="2098882" y="541629"/>
                </a:lnTo>
                <a:cubicBezTo>
                  <a:pt x="2330723" y="541629"/>
                  <a:pt x="2518668" y="725826"/>
                  <a:pt x="2518668" y="953044"/>
                </a:cubicBezTo>
                <a:lnTo>
                  <a:pt x="2518668" y="3554629"/>
                </a:lnTo>
                <a:cubicBezTo>
                  <a:pt x="2518668" y="3781847"/>
                  <a:pt x="2330723" y="3966044"/>
                  <a:pt x="2098882" y="3966044"/>
                </a:cubicBezTo>
                <a:lnTo>
                  <a:pt x="419786" y="3966044"/>
                </a:lnTo>
                <a:cubicBezTo>
                  <a:pt x="187945" y="3966044"/>
                  <a:pt x="0" y="3781847"/>
                  <a:pt x="0" y="3554629"/>
                </a:cubicBezTo>
                <a:lnTo>
                  <a:pt x="0" y="953044"/>
                </a:lnTo>
                <a:cubicBezTo>
                  <a:pt x="0" y="725826"/>
                  <a:pt x="187945" y="541629"/>
                  <a:pt x="419786" y="541629"/>
                </a:cubicBezTo>
                <a:close/>
                <a:moveTo>
                  <a:pt x="696920" y="0"/>
                </a:moveTo>
                <a:lnTo>
                  <a:pt x="1821748" y="0"/>
                </a:lnTo>
                <a:cubicBezTo>
                  <a:pt x="1869056" y="0"/>
                  <a:pt x="1907406" y="38350"/>
                  <a:pt x="1907406" y="85658"/>
                </a:cubicBezTo>
                <a:lnTo>
                  <a:pt x="1907406" y="346390"/>
                </a:lnTo>
                <a:cubicBezTo>
                  <a:pt x="1907406" y="393698"/>
                  <a:pt x="1869056" y="432048"/>
                  <a:pt x="1821748" y="432048"/>
                </a:cubicBezTo>
                <a:lnTo>
                  <a:pt x="696920" y="432048"/>
                </a:lnTo>
                <a:cubicBezTo>
                  <a:pt x="649612" y="432048"/>
                  <a:pt x="611262" y="393698"/>
                  <a:pt x="611262" y="346390"/>
                </a:cubicBezTo>
                <a:lnTo>
                  <a:pt x="611262" y="85658"/>
                </a:lnTo>
                <a:cubicBezTo>
                  <a:pt x="611262" y="38350"/>
                  <a:pt x="649612" y="0"/>
                  <a:pt x="6969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282898" y="4847717"/>
            <a:ext cx="245226" cy="245226"/>
          </a:xfrm>
          <a:custGeom>
            <a:rect b="b" l="l" r="r" t="t"/>
            <a:pathLst>
              <a:path extrusionOk="0" h="3816424" w="3816424">
                <a:moveTo>
                  <a:pt x="2203186" y="2279595"/>
                </a:moveTo>
                <a:lnTo>
                  <a:pt x="2808192" y="3090048"/>
                </a:lnTo>
                <a:cubicBezTo>
                  <a:pt x="2335386" y="3450334"/>
                  <a:pt x="1671399" y="3501280"/>
                  <a:pt x="1136700" y="3171034"/>
                </a:cubicBezTo>
                <a:lnTo>
                  <a:pt x="1672341" y="2318238"/>
                </a:lnTo>
                <a:cubicBezTo>
                  <a:pt x="1741351" y="2359418"/>
                  <a:pt x="1822171" y="2381777"/>
                  <a:pt x="1908212" y="2381777"/>
                </a:cubicBezTo>
                <a:cubicBezTo>
                  <a:pt x="2019680" y="2381777"/>
                  <a:pt x="2122383" y="2344251"/>
                  <a:pt x="2203186" y="2279595"/>
                </a:cubicBezTo>
                <a:close/>
                <a:moveTo>
                  <a:pt x="1908212" y="1559425"/>
                </a:moveTo>
                <a:lnTo>
                  <a:pt x="1980325" y="1567601"/>
                </a:lnTo>
                <a:lnTo>
                  <a:pt x="1993606" y="1571724"/>
                </a:lnTo>
                <a:cubicBezTo>
                  <a:pt x="2013982" y="1576081"/>
                  <a:pt x="2033279" y="1583438"/>
                  <a:pt x="2051568" y="1592606"/>
                </a:cubicBezTo>
                <a:cubicBezTo>
                  <a:pt x="2161269" y="1643381"/>
                  <a:pt x="2238178" y="1752249"/>
                  <a:pt x="2242946" y="1879728"/>
                </a:cubicBezTo>
                <a:lnTo>
                  <a:pt x="2244564" y="1895777"/>
                </a:lnTo>
                <a:lnTo>
                  <a:pt x="2235941" y="1969331"/>
                </a:lnTo>
                <a:lnTo>
                  <a:pt x="2229295" y="1990738"/>
                </a:lnTo>
                <a:lnTo>
                  <a:pt x="2212064" y="2037880"/>
                </a:lnTo>
                <a:lnTo>
                  <a:pt x="2201144" y="2057998"/>
                </a:lnTo>
                <a:lnTo>
                  <a:pt x="2172872" y="2101104"/>
                </a:lnTo>
                <a:lnTo>
                  <a:pt x="2162191" y="2114050"/>
                </a:lnTo>
                <a:lnTo>
                  <a:pt x="2113970" y="2160082"/>
                </a:lnTo>
                <a:cubicBezTo>
                  <a:pt x="2057823" y="2205648"/>
                  <a:pt x="1986110" y="2232129"/>
                  <a:pt x="1908212" y="2232129"/>
                </a:cubicBezTo>
                <a:cubicBezTo>
                  <a:pt x="1851319" y="2232129"/>
                  <a:pt x="1797724" y="2218004"/>
                  <a:pt x="1751478" y="2191687"/>
                </a:cubicBezTo>
                <a:lnTo>
                  <a:pt x="1683784" y="2144677"/>
                </a:lnTo>
                <a:lnTo>
                  <a:pt x="1679431" y="2141086"/>
                </a:lnTo>
                <a:lnTo>
                  <a:pt x="1625925" y="2077610"/>
                </a:lnTo>
                <a:lnTo>
                  <a:pt x="1622829" y="2071906"/>
                </a:lnTo>
                <a:lnTo>
                  <a:pt x="1591352" y="2004343"/>
                </a:lnTo>
                <a:lnTo>
                  <a:pt x="1586740" y="1989486"/>
                </a:lnTo>
                <a:cubicBezTo>
                  <a:pt x="1578347" y="1963748"/>
                  <a:pt x="1573981" y="1936424"/>
                  <a:pt x="1573114" y="1908212"/>
                </a:cubicBezTo>
                <a:lnTo>
                  <a:pt x="1571860" y="1895777"/>
                </a:lnTo>
                <a:cubicBezTo>
                  <a:pt x="1571860" y="1754345"/>
                  <a:pt x="1659153" y="1633301"/>
                  <a:pt x="1783001" y="1584084"/>
                </a:cubicBezTo>
                <a:lnTo>
                  <a:pt x="1842294" y="1566070"/>
                </a:lnTo>
                <a:close/>
                <a:moveTo>
                  <a:pt x="1379953" y="541019"/>
                </a:moveTo>
                <a:lnTo>
                  <a:pt x="1729168" y="1444825"/>
                </a:lnTo>
                <a:cubicBezTo>
                  <a:pt x="1549201" y="1515335"/>
                  <a:pt x="1422212" y="1690726"/>
                  <a:pt x="1422212" y="1895777"/>
                </a:cubicBezTo>
                <a:cubicBezTo>
                  <a:pt x="1422212" y="1899944"/>
                  <a:pt x="1422265" y="1904098"/>
                  <a:pt x="1423466" y="1908212"/>
                </a:cubicBezTo>
                <a:lnTo>
                  <a:pt x="425946" y="1908212"/>
                </a:lnTo>
                <a:cubicBezTo>
                  <a:pt x="430668" y="1282139"/>
                  <a:pt x="825479" y="748981"/>
                  <a:pt x="1379953" y="541019"/>
                </a:cubicBezTo>
                <a:close/>
                <a:moveTo>
                  <a:pt x="2470889" y="507356"/>
                </a:moveTo>
                <a:cubicBezTo>
                  <a:pt x="3027464" y="716106"/>
                  <a:pt x="3423770" y="1251284"/>
                  <a:pt x="3428510" y="1879728"/>
                </a:cubicBezTo>
                <a:lnTo>
                  <a:pt x="2392594" y="1879728"/>
                </a:lnTo>
                <a:cubicBezTo>
                  <a:pt x="2387735" y="1688621"/>
                  <a:pt x="2271236" y="1525440"/>
                  <a:pt x="2105708" y="1452487"/>
                </a:cubicBezTo>
                <a:close/>
                <a:moveTo>
                  <a:pt x="1908212" y="190783"/>
                </a:moveTo>
                <a:cubicBezTo>
                  <a:pt x="959702" y="190783"/>
                  <a:pt x="190783" y="959702"/>
                  <a:pt x="190783" y="1908212"/>
                </a:cubicBezTo>
                <a:cubicBezTo>
                  <a:pt x="190783" y="2856722"/>
                  <a:pt x="959702" y="3625641"/>
                  <a:pt x="1908212" y="3625641"/>
                </a:cubicBezTo>
                <a:cubicBezTo>
                  <a:pt x="2856722" y="3625641"/>
                  <a:pt x="3625641" y="2856722"/>
                  <a:pt x="3625641" y="1908212"/>
                </a:cubicBezTo>
                <a:cubicBezTo>
                  <a:pt x="3625641" y="959702"/>
                  <a:pt x="2856722" y="190783"/>
                  <a:pt x="1908212" y="190783"/>
                </a:cubicBezTo>
                <a:close/>
                <a:moveTo>
                  <a:pt x="1908212" y="0"/>
                </a:moveTo>
                <a:cubicBezTo>
                  <a:pt x="2962088" y="0"/>
                  <a:pt x="3816424" y="854336"/>
                  <a:pt x="3816424" y="1908212"/>
                </a:cubicBezTo>
                <a:cubicBezTo>
                  <a:pt x="3816424" y="2962088"/>
                  <a:pt x="2962088" y="3816424"/>
                  <a:pt x="1908212" y="3816424"/>
                </a:cubicBezTo>
                <a:cubicBezTo>
                  <a:pt x="854336" y="3816424"/>
                  <a:pt x="0" y="2962088"/>
                  <a:pt x="0" y="1908212"/>
                </a:cubicBezTo>
                <a:cubicBezTo>
                  <a:pt x="0" y="854336"/>
                  <a:pt x="854336" y="0"/>
                  <a:pt x="19082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3530679" y="2545204"/>
            <a:ext cx="264022" cy="263054"/>
          </a:xfrm>
          <a:custGeom>
            <a:rect b="b" l="l" r="r" t="t"/>
            <a:pathLst>
              <a:path extrusionOk="0" h="3945921" w="3960440">
                <a:moveTo>
                  <a:pt x="1598844" y="0"/>
                </a:moveTo>
                <a:cubicBezTo>
                  <a:pt x="1857342" y="0"/>
                  <a:pt x="2066896" y="209554"/>
                  <a:pt x="2066896" y="468052"/>
                </a:cubicBezTo>
                <a:cubicBezTo>
                  <a:pt x="2066896" y="646802"/>
                  <a:pt x="1966694" y="802149"/>
                  <a:pt x="1818364" y="879058"/>
                </a:cubicBezTo>
                <a:lnTo>
                  <a:pt x="1965948" y="1429850"/>
                </a:lnTo>
                <a:cubicBezTo>
                  <a:pt x="2234183" y="1439289"/>
                  <a:pt x="2449559" y="1654793"/>
                  <a:pt x="2458766" y="1923094"/>
                </a:cubicBezTo>
                <a:lnTo>
                  <a:pt x="3052787" y="2082261"/>
                </a:lnTo>
                <a:cubicBezTo>
                  <a:pt x="3115207" y="1899813"/>
                  <a:pt x="3288586" y="1769556"/>
                  <a:pt x="3492388" y="1769556"/>
                </a:cubicBezTo>
                <a:cubicBezTo>
                  <a:pt x="3750886" y="1769556"/>
                  <a:pt x="3960440" y="1979110"/>
                  <a:pt x="3960440" y="2237608"/>
                </a:cubicBezTo>
                <a:cubicBezTo>
                  <a:pt x="3960440" y="2496106"/>
                  <a:pt x="3750886" y="2705660"/>
                  <a:pt x="3492388" y="2705660"/>
                </a:cubicBezTo>
                <a:cubicBezTo>
                  <a:pt x="3255123" y="2705660"/>
                  <a:pt x="3059091" y="2529117"/>
                  <a:pt x="3030620" y="2299941"/>
                </a:cubicBezTo>
                <a:lnTo>
                  <a:pt x="2422827" y="2137084"/>
                </a:lnTo>
                <a:cubicBezTo>
                  <a:pt x="2374914" y="2257246"/>
                  <a:pt x="2282973" y="2354960"/>
                  <a:pt x="2166800" y="2410258"/>
                </a:cubicBezTo>
                <a:lnTo>
                  <a:pt x="2329067" y="3015847"/>
                </a:lnTo>
                <a:cubicBezTo>
                  <a:pt x="2559464" y="3043136"/>
                  <a:pt x="2737303" y="3239734"/>
                  <a:pt x="2737303" y="3477869"/>
                </a:cubicBezTo>
                <a:cubicBezTo>
                  <a:pt x="2737303" y="3736367"/>
                  <a:pt x="2527749" y="3945921"/>
                  <a:pt x="2269251" y="3945921"/>
                </a:cubicBezTo>
                <a:cubicBezTo>
                  <a:pt x="2010753" y="3945921"/>
                  <a:pt x="1801199" y="3736367"/>
                  <a:pt x="1801199" y="3477869"/>
                </a:cubicBezTo>
                <a:cubicBezTo>
                  <a:pt x="1801199" y="3274904"/>
                  <a:pt x="1930388" y="3102113"/>
                  <a:pt x="2111643" y="3038969"/>
                </a:cubicBezTo>
                <a:lnTo>
                  <a:pt x="1956503" y="2459980"/>
                </a:lnTo>
                <a:cubicBezTo>
                  <a:pt x="1952432" y="2460875"/>
                  <a:pt x="1948330" y="2460923"/>
                  <a:pt x="1944216" y="2460923"/>
                </a:cubicBezTo>
                <a:cubicBezTo>
                  <a:pt x="1742647" y="2460923"/>
                  <a:pt x="1568040" y="2345487"/>
                  <a:pt x="1484865" y="2176122"/>
                </a:cubicBezTo>
                <a:lnTo>
                  <a:pt x="930415" y="2324686"/>
                </a:lnTo>
                <a:cubicBezTo>
                  <a:pt x="904712" y="2556716"/>
                  <a:pt x="707355" y="2736304"/>
                  <a:pt x="468052" y="2736304"/>
                </a:cubicBezTo>
                <a:cubicBezTo>
                  <a:pt x="209554" y="2736304"/>
                  <a:pt x="0" y="2526750"/>
                  <a:pt x="0" y="2268252"/>
                </a:cubicBezTo>
                <a:cubicBezTo>
                  <a:pt x="0" y="2009754"/>
                  <a:pt x="209554" y="1800200"/>
                  <a:pt x="468052" y="1800200"/>
                </a:cubicBezTo>
                <a:cubicBezTo>
                  <a:pt x="669892" y="1800200"/>
                  <a:pt x="841893" y="1927961"/>
                  <a:pt x="906009" y="2107606"/>
                </a:cubicBezTo>
                <a:lnTo>
                  <a:pt x="1429897" y="1967231"/>
                </a:lnTo>
                <a:cubicBezTo>
                  <a:pt x="1427753" y="1959679"/>
                  <a:pt x="1427584" y="1952005"/>
                  <a:pt x="1427584" y="1944291"/>
                </a:cubicBezTo>
                <a:cubicBezTo>
                  <a:pt x="1427584" y="1727054"/>
                  <a:pt x="1561663" y="1541133"/>
                  <a:pt x="1751891" y="1465536"/>
                </a:cubicBezTo>
                <a:lnTo>
                  <a:pt x="1609736" y="935006"/>
                </a:lnTo>
                <a:cubicBezTo>
                  <a:pt x="1606130" y="936062"/>
                  <a:pt x="1602492" y="936104"/>
                  <a:pt x="1598844" y="936104"/>
                </a:cubicBezTo>
                <a:cubicBezTo>
                  <a:pt x="1340346" y="936104"/>
                  <a:pt x="1130792" y="726550"/>
                  <a:pt x="1130792" y="468052"/>
                </a:cubicBezTo>
                <a:cubicBezTo>
                  <a:pt x="1130792" y="209554"/>
                  <a:pt x="1340346" y="0"/>
                  <a:pt x="159884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351283" y="5015330"/>
            <a:ext cx="231283" cy="325376"/>
          </a:xfrm>
          <a:custGeom>
            <a:rect b="b" l="l" r="r" t="t"/>
            <a:pathLst>
              <a:path extrusionOk="0" h="3873" w="2753">
                <a:moveTo>
                  <a:pt x="2122" y="555"/>
                </a:moveTo>
                <a:lnTo>
                  <a:pt x="2180" y="557"/>
                </a:lnTo>
                <a:lnTo>
                  <a:pt x="2231" y="560"/>
                </a:lnTo>
                <a:lnTo>
                  <a:pt x="2275" y="568"/>
                </a:lnTo>
                <a:lnTo>
                  <a:pt x="2311" y="580"/>
                </a:lnTo>
                <a:lnTo>
                  <a:pt x="2346" y="598"/>
                </a:lnTo>
                <a:lnTo>
                  <a:pt x="2375" y="626"/>
                </a:lnTo>
                <a:lnTo>
                  <a:pt x="2399" y="658"/>
                </a:lnTo>
                <a:lnTo>
                  <a:pt x="2419" y="695"/>
                </a:lnTo>
                <a:lnTo>
                  <a:pt x="2433" y="735"/>
                </a:lnTo>
                <a:lnTo>
                  <a:pt x="2442" y="777"/>
                </a:lnTo>
                <a:lnTo>
                  <a:pt x="2444" y="820"/>
                </a:lnTo>
                <a:lnTo>
                  <a:pt x="2440" y="864"/>
                </a:lnTo>
                <a:lnTo>
                  <a:pt x="2431" y="908"/>
                </a:lnTo>
                <a:lnTo>
                  <a:pt x="2415" y="948"/>
                </a:lnTo>
                <a:lnTo>
                  <a:pt x="2391" y="984"/>
                </a:lnTo>
                <a:lnTo>
                  <a:pt x="2364" y="1013"/>
                </a:lnTo>
                <a:lnTo>
                  <a:pt x="2331" y="1037"/>
                </a:lnTo>
                <a:lnTo>
                  <a:pt x="2293" y="1057"/>
                </a:lnTo>
                <a:lnTo>
                  <a:pt x="2253" y="1073"/>
                </a:lnTo>
                <a:lnTo>
                  <a:pt x="2211" y="1086"/>
                </a:lnTo>
                <a:lnTo>
                  <a:pt x="2166" y="1098"/>
                </a:lnTo>
                <a:lnTo>
                  <a:pt x="2122" y="1111"/>
                </a:lnTo>
                <a:lnTo>
                  <a:pt x="2079" y="1124"/>
                </a:lnTo>
                <a:lnTo>
                  <a:pt x="2037" y="1138"/>
                </a:lnTo>
                <a:lnTo>
                  <a:pt x="1999" y="1157"/>
                </a:lnTo>
                <a:lnTo>
                  <a:pt x="1962" y="1178"/>
                </a:lnTo>
                <a:lnTo>
                  <a:pt x="1931" y="1204"/>
                </a:lnTo>
                <a:lnTo>
                  <a:pt x="1935" y="1235"/>
                </a:lnTo>
                <a:lnTo>
                  <a:pt x="1946" y="1260"/>
                </a:lnTo>
                <a:lnTo>
                  <a:pt x="1959" y="1282"/>
                </a:lnTo>
                <a:lnTo>
                  <a:pt x="1977" y="1302"/>
                </a:lnTo>
                <a:lnTo>
                  <a:pt x="1997" y="1318"/>
                </a:lnTo>
                <a:lnTo>
                  <a:pt x="2019" y="1333"/>
                </a:lnTo>
                <a:lnTo>
                  <a:pt x="2039" y="1346"/>
                </a:lnTo>
                <a:lnTo>
                  <a:pt x="2060" y="1360"/>
                </a:lnTo>
                <a:lnTo>
                  <a:pt x="2159" y="1433"/>
                </a:lnTo>
                <a:lnTo>
                  <a:pt x="2248" y="1509"/>
                </a:lnTo>
                <a:lnTo>
                  <a:pt x="2328" y="1588"/>
                </a:lnTo>
                <a:lnTo>
                  <a:pt x="2400" y="1671"/>
                </a:lnTo>
                <a:lnTo>
                  <a:pt x="2464" y="1757"/>
                </a:lnTo>
                <a:lnTo>
                  <a:pt x="2522" y="1844"/>
                </a:lnTo>
                <a:lnTo>
                  <a:pt x="2571" y="1933"/>
                </a:lnTo>
                <a:lnTo>
                  <a:pt x="2613" y="2026"/>
                </a:lnTo>
                <a:lnTo>
                  <a:pt x="2649" y="2118"/>
                </a:lnTo>
                <a:lnTo>
                  <a:pt x="2679" y="2211"/>
                </a:lnTo>
                <a:lnTo>
                  <a:pt x="2704" y="2304"/>
                </a:lnTo>
                <a:lnTo>
                  <a:pt x="2722" y="2398"/>
                </a:lnTo>
                <a:lnTo>
                  <a:pt x="2737" y="2493"/>
                </a:lnTo>
                <a:lnTo>
                  <a:pt x="2746" y="2586"/>
                </a:lnTo>
                <a:lnTo>
                  <a:pt x="2751" y="2677"/>
                </a:lnTo>
                <a:lnTo>
                  <a:pt x="2753" y="2768"/>
                </a:lnTo>
                <a:lnTo>
                  <a:pt x="2751" y="2857"/>
                </a:lnTo>
                <a:lnTo>
                  <a:pt x="2746" y="2942"/>
                </a:lnTo>
                <a:lnTo>
                  <a:pt x="2739" y="3028"/>
                </a:lnTo>
                <a:lnTo>
                  <a:pt x="2728" y="3108"/>
                </a:lnTo>
                <a:lnTo>
                  <a:pt x="2715" y="3186"/>
                </a:lnTo>
                <a:lnTo>
                  <a:pt x="2702" y="3260"/>
                </a:lnTo>
                <a:lnTo>
                  <a:pt x="2688" y="3331"/>
                </a:lnTo>
                <a:lnTo>
                  <a:pt x="2671" y="3397"/>
                </a:lnTo>
                <a:lnTo>
                  <a:pt x="2657" y="3458"/>
                </a:lnTo>
                <a:lnTo>
                  <a:pt x="2640" y="3515"/>
                </a:lnTo>
                <a:lnTo>
                  <a:pt x="2624" y="3564"/>
                </a:lnTo>
                <a:lnTo>
                  <a:pt x="2609" y="3609"/>
                </a:lnTo>
                <a:lnTo>
                  <a:pt x="2597" y="3648"/>
                </a:lnTo>
                <a:lnTo>
                  <a:pt x="2584" y="3680"/>
                </a:lnTo>
                <a:lnTo>
                  <a:pt x="2573" y="3704"/>
                </a:lnTo>
                <a:lnTo>
                  <a:pt x="2566" y="3722"/>
                </a:lnTo>
                <a:lnTo>
                  <a:pt x="2560" y="3733"/>
                </a:lnTo>
                <a:lnTo>
                  <a:pt x="2533" y="3764"/>
                </a:lnTo>
                <a:lnTo>
                  <a:pt x="2499" y="3789"/>
                </a:lnTo>
                <a:lnTo>
                  <a:pt x="2459" y="3811"/>
                </a:lnTo>
                <a:lnTo>
                  <a:pt x="2415" y="3829"/>
                </a:lnTo>
                <a:lnTo>
                  <a:pt x="2368" y="3844"/>
                </a:lnTo>
                <a:lnTo>
                  <a:pt x="2319" y="3855"/>
                </a:lnTo>
                <a:lnTo>
                  <a:pt x="2269" y="3862"/>
                </a:lnTo>
                <a:lnTo>
                  <a:pt x="2220" y="3868"/>
                </a:lnTo>
                <a:lnTo>
                  <a:pt x="2133" y="3873"/>
                </a:lnTo>
                <a:lnTo>
                  <a:pt x="2046" y="3873"/>
                </a:lnTo>
                <a:lnTo>
                  <a:pt x="1959" y="3868"/>
                </a:lnTo>
                <a:lnTo>
                  <a:pt x="1871" y="3855"/>
                </a:lnTo>
                <a:lnTo>
                  <a:pt x="1784" y="3838"/>
                </a:lnTo>
                <a:lnTo>
                  <a:pt x="1699" y="3818"/>
                </a:lnTo>
                <a:lnTo>
                  <a:pt x="1613" y="3795"/>
                </a:lnTo>
                <a:lnTo>
                  <a:pt x="1531" y="3768"/>
                </a:lnTo>
                <a:lnTo>
                  <a:pt x="1449" y="3737"/>
                </a:lnTo>
                <a:lnTo>
                  <a:pt x="1369" y="3704"/>
                </a:lnTo>
                <a:lnTo>
                  <a:pt x="1293" y="3669"/>
                </a:lnTo>
                <a:lnTo>
                  <a:pt x="1219" y="3635"/>
                </a:lnTo>
                <a:lnTo>
                  <a:pt x="1146" y="3597"/>
                </a:lnTo>
                <a:lnTo>
                  <a:pt x="1079" y="3560"/>
                </a:lnTo>
                <a:lnTo>
                  <a:pt x="1015" y="3524"/>
                </a:lnTo>
                <a:lnTo>
                  <a:pt x="953" y="3488"/>
                </a:lnTo>
                <a:lnTo>
                  <a:pt x="899" y="3453"/>
                </a:lnTo>
                <a:lnTo>
                  <a:pt x="846" y="3420"/>
                </a:lnTo>
                <a:lnTo>
                  <a:pt x="800" y="3389"/>
                </a:lnTo>
                <a:lnTo>
                  <a:pt x="759" y="3360"/>
                </a:lnTo>
                <a:lnTo>
                  <a:pt x="722" y="3335"/>
                </a:lnTo>
                <a:lnTo>
                  <a:pt x="693" y="3313"/>
                </a:lnTo>
                <a:lnTo>
                  <a:pt x="669" y="3297"/>
                </a:lnTo>
                <a:lnTo>
                  <a:pt x="653" y="3284"/>
                </a:lnTo>
                <a:lnTo>
                  <a:pt x="642" y="3275"/>
                </a:lnTo>
                <a:lnTo>
                  <a:pt x="640" y="3273"/>
                </a:lnTo>
                <a:lnTo>
                  <a:pt x="644" y="3277"/>
                </a:lnTo>
                <a:lnTo>
                  <a:pt x="562" y="3206"/>
                </a:lnTo>
                <a:lnTo>
                  <a:pt x="482" y="3124"/>
                </a:lnTo>
                <a:lnTo>
                  <a:pt x="402" y="3033"/>
                </a:lnTo>
                <a:lnTo>
                  <a:pt x="326" y="2935"/>
                </a:lnTo>
                <a:lnTo>
                  <a:pt x="255" y="2829"/>
                </a:lnTo>
                <a:lnTo>
                  <a:pt x="189" y="2718"/>
                </a:lnTo>
                <a:lnTo>
                  <a:pt x="131" y="2604"/>
                </a:lnTo>
                <a:lnTo>
                  <a:pt x="82" y="2484"/>
                </a:lnTo>
                <a:lnTo>
                  <a:pt x="40" y="2362"/>
                </a:lnTo>
                <a:lnTo>
                  <a:pt x="11" y="2240"/>
                </a:lnTo>
                <a:lnTo>
                  <a:pt x="0" y="2148"/>
                </a:lnTo>
                <a:lnTo>
                  <a:pt x="0" y="2057"/>
                </a:lnTo>
                <a:lnTo>
                  <a:pt x="9" y="1969"/>
                </a:lnTo>
                <a:lnTo>
                  <a:pt x="26" y="1886"/>
                </a:lnTo>
                <a:lnTo>
                  <a:pt x="51" y="1804"/>
                </a:lnTo>
                <a:lnTo>
                  <a:pt x="79" y="1729"/>
                </a:lnTo>
                <a:lnTo>
                  <a:pt x="111" y="1658"/>
                </a:lnTo>
                <a:lnTo>
                  <a:pt x="146" y="1595"/>
                </a:lnTo>
                <a:lnTo>
                  <a:pt x="180" y="1537"/>
                </a:lnTo>
                <a:lnTo>
                  <a:pt x="197" y="1513"/>
                </a:lnTo>
                <a:lnTo>
                  <a:pt x="217" y="1491"/>
                </a:lnTo>
                <a:lnTo>
                  <a:pt x="237" y="1471"/>
                </a:lnTo>
                <a:lnTo>
                  <a:pt x="259" y="1451"/>
                </a:lnTo>
                <a:lnTo>
                  <a:pt x="279" y="1429"/>
                </a:lnTo>
                <a:lnTo>
                  <a:pt x="300" y="1406"/>
                </a:lnTo>
                <a:lnTo>
                  <a:pt x="319" y="1380"/>
                </a:lnTo>
                <a:lnTo>
                  <a:pt x="335" y="1349"/>
                </a:lnTo>
                <a:lnTo>
                  <a:pt x="349" y="1313"/>
                </a:lnTo>
                <a:lnTo>
                  <a:pt x="359" y="1269"/>
                </a:lnTo>
                <a:lnTo>
                  <a:pt x="364" y="1220"/>
                </a:lnTo>
                <a:lnTo>
                  <a:pt x="368" y="1135"/>
                </a:lnTo>
                <a:lnTo>
                  <a:pt x="366" y="1058"/>
                </a:lnTo>
                <a:lnTo>
                  <a:pt x="364" y="989"/>
                </a:lnTo>
                <a:lnTo>
                  <a:pt x="360" y="929"/>
                </a:lnTo>
                <a:lnTo>
                  <a:pt x="357" y="877"/>
                </a:lnTo>
                <a:lnTo>
                  <a:pt x="353" y="831"/>
                </a:lnTo>
                <a:lnTo>
                  <a:pt x="353" y="789"/>
                </a:lnTo>
                <a:lnTo>
                  <a:pt x="355" y="755"/>
                </a:lnTo>
                <a:lnTo>
                  <a:pt x="359" y="724"/>
                </a:lnTo>
                <a:lnTo>
                  <a:pt x="369" y="698"/>
                </a:lnTo>
                <a:lnTo>
                  <a:pt x="384" y="675"/>
                </a:lnTo>
                <a:lnTo>
                  <a:pt x="406" y="653"/>
                </a:lnTo>
                <a:lnTo>
                  <a:pt x="435" y="635"/>
                </a:lnTo>
                <a:lnTo>
                  <a:pt x="473" y="617"/>
                </a:lnTo>
                <a:lnTo>
                  <a:pt x="520" y="600"/>
                </a:lnTo>
                <a:lnTo>
                  <a:pt x="559" y="591"/>
                </a:lnTo>
                <a:lnTo>
                  <a:pt x="593" y="591"/>
                </a:lnTo>
                <a:lnTo>
                  <a:pt x="624" y="598"/>
                </a:lnTo>
                <a:lnTo>
                  <a:pt x="651" y="615"/>
                </a:lnTo>
                <a:lnTo>
                  <a:pt x="677" y="635"/>
                </a:lnTo>
                <a:lnTo>
                  <a:pt x="699" y="664"/>
                </a:lnTo>
                <a:lnTo>
                  <a:pt x="717" y="697"/>
                </a:lnTo>
                <a:lnTo>
                  <a:pt x="733" y="733"/>
                </a:lnTo>
                <a:lnTo>
                  <a:pt x="748" y="775"/>
                </a:lnTo>
                <a:lnTo>
                  <a:pt x="760" y="818"/>
                </a:lnTo>
                <a:lnTo>
                  <a:pt x="769" y="866"/>
                </a:lnTo>
                <a:lnTo>
                  <a:pt x="777" y="915"/>
                </a:lnTo>
                <a:lnTo>
                  <a:pt x="782" y="964"/>
                </a:lnTo>
                <a:lnTo>
                  <a:pt x="788" y="1015"/>
                </a:lnTo>
                <a:lnTo>
                  <a:pt x="789" y="1066"/>
                </a:lnTo>
                <a:lnTo>
                  <a:pt x="791" y="1115"/>
                </a:lnTo>
                <a:lnTo>
                  <a:pt x="791" y="1164"/>
                </a:lnTo>
                <a:lnTo>
                  <a:pt x="791" y="1420"/>
                </a:lnTo>
                <a:lnTo>
                  <a:pt x="884" y="1224"/>
                </a:lnTo>
                <a:lnTo>
                  <a:pt x="942" y="1137"/>
                </a:lnTo>
                <a:lnTo>
                  <a:pt x="1008" y="1053"/>
                </a:lnTo>
                <a:lnTo>
                  <a:pt x="1080" y="969"/>
                </a:lnTo>
                <a:lnTo>
                  <a:pt x="1160" y="893"/>
                </a:lnTo>
                <a:lnTo>
                  <a:pt x="1248" y="820"/>
                </a:lnTo>
                <a:lnTo>
                  <a:pt x="1339" y="757"/>
                </a:lnTo>
                <a:lnTo>
                  <a:pt x="1433" y="700"/>
                </a:lnTo>
                <a:lnTo>
                  <a:pt x="1531" y="657"/>
                </a:lnTo>
                <a:lnTo>
                  <a:pt x="1573" y="642"/>
                </a:lnTo>
                <a:lnTo>
                  <a:pt x="1622" y="628"/>
                </a:lnTo>
                <a:lnTo>
                  <a:pt x="1679" y="613"/>
                </a:lnTo>
                <a:lnTo>
                  <a:pt x="1737" y="600"/>
                </a:lnTo>
                <a:lnTo>
                  <a:pt x="1800" y="588"/>
                </a:lnTo>
                <a:lnTo>
                  <a:pt x="1866" y="577"/>
                </a:lnTo>
                <a:lnTo>
                  <a:pt x="1931" y="568"/>
                </a:lnTo>
                <a:lnTo>
                  <a:pt x="1999" y="562"/>
                </a:lnTo>
                <a:lnTo>
                  <a:pt x="2062" y="557"/>
                </a:lnTo>
                <a:lnTo>
                  <a:pt x="2122" y="555"/>
                </a:lnTo>
                <a:close/>
                <a:moveTo>
                  <a:pt x="1200" y="0"/>
                </a:moveTo>
                <a:lnTo>
                  <a:pt x="1231" y="2"/>
                </a:lnTo>
                <a:lnTo>
                  <a:pt x="1257" y="8"/>
                </a:lnTo>
                <a:lnTo>
                  <a:pt x="1277" y="18"/>
                </a:lnTo>
                <a:lnTo>
                  <a:pt x="1291" y="31"/>
                </a:lnTo>
                <a:lnTo>
                  <a:pt x="1300" y="48"/>
                </a:lnTo>
                <a:lnTo>
                  <a:pt x="1308" y="68"/>
                </a:lnTo>
                <a:lnTo>
                  <a:pt x="1311" y="89"/>
                </a:lnTo>
                <a:lnTo>
                  <a:pt x="1315" y="111"/>
                </a:lnTo>
                <a:lnTo>
                  <a:pt x="1315" y="137"/>
                </a:lnTo>
                <a:lnTo>
                  <a:pt x="1317" y="160"/>
                </a:lnTo>
                <a:lnTo>
                  <a:pt x="1320" y="186"/>
                </a:lnTo>
                <a:lnTo>
                  <a:pt x="1324" y="208"/>
                </a:lnTo>
                <a:lnTo>
                  <a:pt x="1329" y="229"/>
                </a:lnTo>
                <a:lnTo>
                  <a:pt x="1339" y="249"/>
                </a:lnTo>
                <a:lnTo>
                  <a:pt x="1349" y="266"/>
                </a:lnTo>
                <a:lnTo>
                  <a:pt x="1364" y="278"/>
                </a:lnTo>
                <a:lnTo>
                  <a:pt x="1375" y="278"/>
                </a:lnTo>
                <a:lnTo>
                  <a:pt x="1389" y="278"/>
                </a:lnTo>
                <a:lnTo>
                  <a:pt x="1400" y="280"/>
                </a:lnTo>
                <a:lnTo>
                  <a:pt x="1420" y="246"/>
                </a:lnTo>
                <a:lnTo>
                  <a:pt x="1439" y="209"/>
                </a:lnTo>
                <a:lnTo>
                  <a:pt x="1455" y="173"/>
                </a:lnTo>
                <a:lnTo>
                  <a:pt x="1471" y="138"/>
                </a:lnTo>
                <a:lnTo>
                  <a:pt x="1489" y="104"/>
                </a:lnTo>
                <a:lnTo>
                  <a:pt x="1511" y="71"/>
                </a:lnTo>
                <a:lnTo>
                  <a:pt x="1537" y="42"/>
                </a:lnTo>
                <a:lnTo>
                  <a:pt x="1568" y="18"/>
                </a:lnTo>
                <a:lnTo>
                  <a:pt x="1600" y="22"/>
                </a:lnTo>
                <a:lnTo>
                  <a:pt x="1626" y="29"/>
                </a:lnTo>
                <a:lnTo>
                  <a:pt x="1646" y="44"/>
                </a:lnTo>
                <a:lnTo>
                  <a:pt x="1659" y="62"/>
                </a:lnTo>
                <a:lnTo>
                  <a:pt x="1668" y="82"/>
                </a:lnTo>
                <a:lnTo>
                  <a:pt x="1671" y="108"/>
                </a:lnTo>
                <a:lnTo>
                  <a:pt x="1673" y="133"/>
                </a:lnTo>
                <a:lnTo>
                  <a:pt x="1669" y="162"/>
                </a:lnTo>
                <a:lnTo>
                  <a:pt x="1664" y="191"/>
                </a:lnTo>
                <a:lnTo>
                  <a:pt x="1657" y="220"/>
                </a:lnTo>
                <a:lnTo>
                  <a:pt x="1649" y="249"/>
                </a:lnTo>
                <a:lnTo>
                  <a:pt x="1640" y="278"/>
                </a:lnTo>
                <a:lnTo>
                  <a:pt x="1633" y="304"/>
                </a:lnTo>
                <a:lnTo>
                  <a:pt x="1626" y="329"/>
                </a:lnTo>
                <a:lnTo>
                  <a:pt x="1620" y="349"/>
                </a:lnTo>
                <a:lnTo>
                  <a:pt x="1666" y="408"/>
                </a:lnTo>
                <a:lnTo>
                  <a:pt x="1717" y="458"/>
                </a:lnTo>
                <a:lnTo>
                  <a:pt x="1771" y="502"/>
                </a:lnTo>
                <a:lnTo>
                  <a:pt x="1773" y="504"/>
                </a:lnTo>
                <a:lnTo>
                  <a:pt x="1773" y="508"/>
                </a:lnTo>
                <a:lnTo>
                  <a:pt x="1775" y="511"/>
                </a:lnTo>
                <a:lnTo>
                  <a:pt x="1775" y="515"/>
                </a:lnTo>
                <a:lnTo>
                  <a:pt x="1777" y="517"/>
                </a:lnTo>
                <a:lnTo>
                  <a:pt x="1686" y="535"/>
                </a:lnTo>
                <a:lnTo>
                  <a:pt x="1604" y="557"/>
                </a:lnTo>
                <a:lnTo>
                  <a:pt x="1529" y="580"/>
                </a:lnTo>
                <a:lnTo>
                  <a:pt x="1462" y="606"/>
                </a:lnTo>
                <a:lnTo>
                  <a:pt x="1400" y="635"/>
                </a:lnTo>
                <a:lnTo>
                  <a:pt x="1342" y="666"/>
                </a:lnTo>
                <a:lnTo>
                  <a:pt x="1289" y="700"/>
                </a:lnTo>
                <a:lnTo>
                  <a:pt x="1239" y="735"/>
                </a:lnTo>
                <a:lnTo>
                  <a:pt x="1189" y="773"/>
                </a:lnTo>
                <a:lnTo>
                  <a:pt x="1140" y="813"/>
                </a:lnTo>
                <a:lnTo>
                  <a:pt x="1091" y="857"/>
                </a:lnTo>
                <a:lnTo>
                  <a:pt x="1039" y="908"/>
                </a:lnTo>
                <a:lnTo>
                  <a:pt x="995" y="958"/>
                </a:lnTo>
                <a:lnTo>
                  <a:pt x="955" y="1009"/>
                </a:lnTo>
                <a:lnTo>
                  <a:pt x="919" y="1060"/>
                </a:lnTo>
                <a:lnTo>
                  <a:pt x="880" y="1111"/>
                </a:lnTo>
                <a:lnTo>
                  <a:pt x="877" y="1115"/>
                </a:lnTo>
                <a:lnTo>
                  <a:pt x="871" y="1124"/>
                </a:lnTo>
                <a:lnTo>
                  <a:pt x="866" y="1135"/>
                </a:lnTo>
                <a:lnTo>
                  <a:pt x="860" y="1146"/>
                </a:lnTo>
                <a:lnTo>
                  <a:pt x="855" y="1153"/>
                </a:lnTo>
                <a:lnTo>
                  <a:pt x="851" y="1157"/>
                </a:lnTo>
                <a:lnTo>
                  <a:pt x="855" y="1100"/>
                </a:lnTo>
                <a:lnTo>
                  <a:pt x="855" y="1038"/>
                </a:lnTo>
                <a:lnTo>
                  <a:pt x="851" y="977"/>
                </a:lnTo>
                <a:lnTo>
                  <a:pt x="844" y="913"/>
                </a:lnTo>
                <a:lnTo>
                  <a:pt x="835" y="853"/>
                </a:lnTo>
                <a:lnTo>
                  <a:pt x="826" y="798"/>
                </a:lnTo>
                <a:lnTo>
                  <a:pt x="813" y="751"/>
                </a:lnTo>
                <a:lnTo>
                  <a:pt x="800" y="713"/>
                </a:lnTo>
                <a:lnTo>
                  <a:pt x="809" y="698"/>
                </a:lnTo>
                <a:lnTo>
                  <a:pt x="822" y="678"/>
                </a:lnTo>
                <a:lnTo>
                  <a:pt x="837" y="658"/>
                </a:lnTo>
                <a:lnTo>
                  <a:pt x="853" y="637"/>
                </a:lnTo>
                <a:lnTo>
                  <a:pt x="869" y="615"/>
                </a:lnTo>
                <a:lnTo>
                  <a:pt x="882" y="593"/>
                </a:lnTo>
                <a:lnTo>
                  <a:pt x="891" y="573"/>
                </a:lnTo>
                <a:lnTo>
                  <a:pt x="897" y="555"/>
                </a:lnTo>
                <a:lnTo>
                  <a:pt x="897" y="540"/>
                </a:lnTo>
                <a:lnTo>
                  <a:pt x="840" y="511"/>
                </a:lnTo>
                <a:lnTo>
                  <a:pt x="788" y="484"/>
                </a:lnTo>
                <a:lnTo>
                  <a:pt x="742" y="460"/>
                </a:lnTo>
                <a:lnTo>
                  <a:pt x="704" y="437"/>
                </a:lnTo>
                <a:lnTo>
                  <a:pt x="669" y="415"/>
                </a:lnTo>
                <a:lnTo>
                  <a:pt x="644" y="393"/>
                </a:lnTo>
                <a:lnTo>
                  <a:pt x="624" y="371"/>
                </a:lnTo>
                <a:lnTo>
                  <a:pt x="613" y="348"/>
                </a:lnTo>
                <a:lnTo>
                  <a:pt x="609" y="320"/>
                </a:lnTo>
                <a:lnTo>
                  <a:pt x="615" y="291"/>
                </a:lnTo>
                <a:lnTo>
                  <a:pt x="628" y="258"/>
                </a:lnTo>
                <a:lnTo>
                  <a:pt x="646" y="233"/>
                </a:lnTo>
                <a:lnTo>
                  <a:pt x="666" y="215"/>
                </a:lnTo>
                <a:lnTo>
                  <a:pt x="691" y="206"/>
                </a:lnTo>
                <a:lnTo>
                  <a:pt x="720" y="202"/>
                </a:lnTo>
                <a:lnTo>
                  <a:pt x="755" y="206"/>
                </a:lnTo>
                <a:lnTo>
                  <a:pt x="793" y="215"/>
                </a:lnTo>
                <a:lnTo>
                  <a:pt x="837" y="231"/>
                </a:lnTo>
                <a:lnTo>
                  <a:pt x="886" y="251"/>
                </a:lnTo>
                <a:lnTo>
                  <a:pt x="940" y="277"/>
                </a:lnTo>
                <a:lnTo>
                  <a:pt x="1000" y="308"/>
                </a:lnTo>
                <a:lnTo>
                  <a:pt x="1066" y="340"/>
                </a:lnTo>
                <a:lnTo>
                  <a:pt x="1137" y="378"/>
                </a:lnTo>
                <a:lnTo>
                  <a:pt x="1144" y="375"/>
                </a:lnTo>
                <a:lnTo>
                  <a:pt x="1142" y="338"/>
                </a:lnTo>
                <a:lnTo>
                  <a:pt x="1137" y="302"/>
                </a:lnTo>
                <a:lnTo>
                  <a:pt x="1129" y="264"/>
                </a:lnTo>
                <a:lnTo>
                  <a:pt x="1122" y="228"/>
                </a:lnTo>
                <a:lnTo>
                  <a:pt x="1115" y="189"/>
                </a:lnTo>
                <a:lnTo>
                  <a:pt x="1109" y="155"/>
                </a:lnTo>
                <a:lnTo>
                  <a:pt x="1106" y="120"/>
                </a:lnTo>
                <a:lnTo>
                  <a:pt x="1106" y="89"/>
                </a:lnTo>
                <a:lnTo>
                  <a:pt x="1111" y="62"/>
                </a:lnTo>
                <a:lnTo>
                  <a:pt x="1120" y="38"/>
                </a:lnTo>
                <a:lnTo>
                  <a:pt x="1137" y="18"/>
                </a:lnTo>
                <a:lnTo>
                  <a:pt x="1160" y="4"/>
                </a:lnTo>
                <a:lnTo>
                  <a:pt x="1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05143" y="2973358"/>
            <a:ext cx="270793" cy="245064"/>
          </a:xfrm>
          <a:custGeom>
            <a:rect b="b" l="l" r="r" t="t"/>
            <a:pathLst>
              <a:path extrusionOk="0" h="3594045" w="3971393">
                <a:moveTo>
                  <a:pt x="2284446" y="942229"/>
                </a:moveTo>
                <a:cubicBezTo>
                  <a:pt x="2231718" y="946666"/>
                  <a:pt x="2184212" y="981897"/>
                  <a:pt x="2166723" y="1035351"/>
                </a:cubicBezTo>
                <a:lnTo>
                  <a:pt x="1818705" y="2099054"/>
                </a:lnTo>
                <a:lnTo>
                  <a:pt x="1630896" y="1461099"/>
                </a:lnTo>
                <a:cubicBezTo>
                  <a:pt x="1625536" y="1442893"/>
                  <a:pt x="1616698" y="1426659"/>
                  <a:pt x="1605222" y="1412988"/>
                </a:cubicBezTo>
                <a:cubicBezTo>
                  <a:pt x="1592838" y="1372092"/>
                  <a:pt x="1559535" y="1339590"/>
                  <a:pt x="1515200" y="1327710"/>
                </a:cubicBezTo>
                <a:cubicBezTo>
                  <a:pt x="1442764" y="1308302"/>
                  <a:pt x="1368310" y="1351289"/>
                  <a:pt x="1348901" y="1423723"/>
                </a:cubicBezTo>
                <a:lnTo>
                  <a:pt x="1175574" y="2070589"/>
                </a:lnTo>
                <a:lnTo>
                  <a:pt x="887391" y="2070589"/>
                </a:lnTo>
                <a:cubicBezTo>
                  <a:pt x="812401" y="2070589"/>
                  <a:pt x="751610" y="2131382"/>
                  <a:pt x="751610" y="2206372"/>
                </a:cubicBezTo>
                <a:cubicBezTo>
                  <a:pt x="751609" y="2281361"/>
                  <a:pt x="812402" y="2342153"/>
                  <a:pt x="887391" y="2342154"/>
                </a:cubicBezTo>
                <a:lnTo>
                  <a:pt x="1266160" y="2342154"/>
                </a:lnTo>
                <a:cubicBezTo>
                  <a:pt x="1309243" y="2342153"/>
                  <a:pt x="1347639" y="2322088"/>
                  <a:pt x="1370869" y="2289485"/>
                </a:cubicBezTo>
                <a:cubicBezTo>
                  <a:pt x="1392914" y="2274134"/>
                  <a:pt x="1408463" y="2250677"/>
                  <a:pt x="1415910" y="2222885"/>
                </a:cubicBezTo>
                <a:lnTo>
                  <a:pt x="1490320" y="1945186"/>
                </a:lnTo>
                <a:lnTo>
                  <a:pt x="1661817" y="2527729"/>
                </a:lnTo>
                <a:cubicBezTo>
                  <a:pt x="1680716" y="2591927"/>
                  <a:pt x="1742866" y="2631605"/>
                  <a:pt x="1806849" y="2621696"/>
                </a:cubicBezTo>
                <a:cubicBezTo>
                  <a:pt x="1873057" y="2637495"/>
                  <a:pt x="1940784" y="2599243"/>
                  <a:pt x="1962449" y="2533025"/>
                </a:cubicBezTo>
                <a:lnTo>
                  <a:pt x="2291633" y="1526890"/>
                </a:lnTo>
                <a:lnTo>
                  <a:pt x="2478124" y="2222886"/>
                </a:lnTo>
                <a:cubicBezTo>
                  <a:pt x="2491725" y="2273643"/>
                  <a:pt x="2532355" y="2309941"/>
                  <a:pt x="2580723" y="2318869"/>
                </a:cubicBezTo>
                <a:cubicBezTo>
                  <a:pt x="2600453" y="2334375"/>
                  <a:pt x="2625460" y="2342152"/>
                  <a:pt x="2652283" y="2342153"/>
                </a:cubicBezTo>
                <a:lnTo>
                  <a:pt x="3058108" y="2342153"/>
                </a:lnTo>
                <a:cubicBezTo>
                  <a:pt x="3133099" y="2342153"/>
                  <a:pt x="3193891" y="2281360"/>
                  <a:pt x="3193891" y="2206371"/>
                </a:cubicBezTo>
                <a:cubicBezTo>
                  <a:pt x="3193890" y="2131381"/>
                  <a:pt x="3133099" y="2070589"/>
                  <a:pt x="3058108" y="2070588"/>
                </a:cubicBezTo>
                <a:lnTo>
                  <a:pt x="2718460" y="2070589"/>
                </a:lnTo>
                <a:lnTo>
                  <a:pt x="2455970" y="1090961"/>
                </a:lnTo>
                <a:cubicBezTo>
                  <a:pt x="2449895" y="1068289"/>
                  <a:pt x="2438427" y="1048501"/>
                  <a:pt x="2421928" y="1033927"/>
                </a:cubicBezTo>
                <a:cubicBezTo>
                  <a:pt x="2410672" y="994460"/>
                  <a:pt x="2379946" y="962248"/>
                  <a:pt x="2337996" y="948523"/>
                </a:cubicBezTo>
                <a:cubicBezTo>
                  <a:pt x="2320178" y="942693"/>
                  <a:pt x="2302022" y="940751"/>
                  <a:pt x="2284446" y="942229"/>
                </a:cubicBezTo>
                <a:close/>
                <a:moveTo>
                  <a:pt x="941190" y="119"/>
                </a:moveTo>
                <a:cubicBezTo>
                  <a:pt x="1335246" y="6449"/>
                  <a:pt x="1754682" y="267656"/>
                  <a:pt x="1985697" y="864700"/>
                </a:cubicBezTo>
                <a:cubicBezTo>
                  <a:pt x="2807082" y="-1258124"/>
                  <a:pt x="6010484" y="864700"/>
                  <a:pt x="1985697" y="3594045"/>
                </a:cubicBezTo>
                <a:cubicBezTo>
                  <a:pt x="-907119" y="1632328"/>
                  <a:pt x="-65842" y="-16059"/>
                  <a:pt x="941190" y="1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/>
          <p:nvPr/>
        </p:nvSpPr>
        <p:spPr>
          <a:xfrm rot="1376371">
            <a:off x="1885554" y="3329124"/>
            <a:ext cx="266625" cy="214927"/>
          </a:xfrm>
          <a:custGeom>
            <a:rect b="b" l="l" r="r" t="t"/>
            <a:pathLst>
              <a:path extrusionOk="0" h="1369652" w="1699104">
                <a:moveTo>
                  <a:pt x="1426018" y="100"/>
                </a:moveTo>
                <a:cubicBezTo>
                  <a:pt x="1538052" y="-1238"/>
                  <a:pt x="1521372" y="676489"/>
                  <a:pt x="905616" y="806363"/>
                </a:cubicBezTo>
                <a:cubicBezTo>
                  <a:pt x="615918" y="859803"/>
                  <a:pt x="247425" y="663322"/>
                  <a:pt x="283242" y="523532"/>
                </a:cubicBezTo>
                <a:cubicBezTo>
                  <a:pt x="295726" y="486047"/>
                  <a:pt x="248406" y="473678"/>
                  <a:pt x="222649" y="437351"/>
                </a:cubicBezTo>
                <a:lnTo>
                  <a:pt x="229092" y="431928"/>
                </a:lnTo>
                <a:lnTo>
                  <a:pt x="214241" y="431928"/>
                </a:lnTo>
                <a:lnTo>
                  <a:pt x="219121" y="466941"/>
                </a:lnTo>
                <a:cubicBezTo>
                  <a:pt x="244983" y="601662"/>
                  <a:pt x="334031" y="752109"/>
                  <a:pt x="726011" y="922236"/>
                </a:cubicBezTo>
                <a:cubicBezTo>
                  <a:pt x="1154486" y="1061180"/>
                  <a:pt x="1595961" y="678971"/>
                  <a:pt x="1670649" y="741110"/>
                </a:cubicBezTo>
                <a:cubicBezTo>
                  <a:pt x="1796893" y="821695"/>
                  <a:pt x="1518097" y="1557237"/>
                  <a:pt x="531731" y="1324252"/>
                </a:cubicBezTo>
                <a:cubicBezTo>
                  <a:pt x="208334" y="1231723"/>
                  <a:pt x="-112945" y="851176"/>
                  <a:pt x="91918" y="541992"/>
                </a:cubicBezTo>
                <a:cubicBezTo>
                  <a:pt x="120456" y="512888"/>
                  <a:pt x="123138" y="500113"/>
                  <a:pt x="120379" y="467947"/>
                </a:cubicBezTo>
                <a:lnTo>
                  <a:pt x="116938" y="431928"/>
                </a:lnTo>
                <a:lnTo>
                  <a:pt x="33060" y="431928"/>
                </a:lnTo>
                <a:cubicBezTo>
                  <a:pt x="14802" y="431928"/>
                  <a:pt x="0" y="417126"/>
                  <a:pt x="0" y="398866"/>
                </a:cubicBezTo>
                <a:lnTo>
                  <a:pt x="0" y="295655"/>
                </a:lnTo>
                <a:cubicBezTo>
                  <a:pt x="0" y="277396"/>
                  <a:pt x="14802" y="262594"/>
                  <a:pt x="33060" y="262594"/>
                </a:cubicBezTo>
                <a:lnTo>
                  <a:pt x="303652" y="262594"/>
                </a:lnTo>
                <a:cubicBezTo>
                  <a:pt x="321912" y="262594"/>
                  <a:pt x="336714" y="277396"/>
                  <a:pt x="336714" y="295655"/>
                </a:cubicBezTo>
                <a:lnTo>
                  <a:pt x="336714" y="398866"/>
                </a:lnTo>
                <a:cubicBezTo>
                  <a:pt x="336714" y="407996"/>
                  <a:pt x="333014" y="416262"/>
                  <a:pt x="327031" y="422244"/>
                </a:cubicBezTo>
                <a:lnTo>
                  <a:pt x="318665" y="425709"/>
                </a:lnTo>
                <a:lnTo>
                  <a:pt x="320999" y="428452"/>
                </a:lnTo>
                <a:cubicBezTo>
                  <a:pt x="391696" y="499969"/>
                  <a:pt x="533781" y="563301"/>
                  <a:pt x="854625" y="512079"/>
                </a:cubicBezTo>
                <a:cubicBezTo>
                  <a:pt x="1189479" y="428452"/>
                  <a:pt x="1354858" y="-7609"/>
                  <a:pt x="1426018" y="1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5215663" y="3239254"/>
            <a:ext cx="382266" cy="400544"/>
            <a:chOff x="-2765399" y="4679237"/>
            <a:chExt cx="2840668" cy="2976493"/>
          </a:xfrm>
        </p:grpSpPr>
        <p:sp>
          <p:nvSpPr>
            <p:cNvPr id="204" name="Google Shape;204;p3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3"/>
          <p:cNvGrpSpPr/>
          <p:nvPr/>
        </p:nvGrpSpPr>
        <p:grpSpPr>
          <a:xfrm rot="2383977">
            <a:off x="4865897" y="2458281"/>
            <a:ext cx="178139" cy="370207"/>
            <a:chOff x="-302912" y="4952296"/>
            <a:chExt cx="1641015" cy="3410347"/>
          </a:xfrm>
        </p:grpSpPr>
        <p:sp>
          <p:nvSpPr>
            <p:cNvPr id="213" name="Google Shape;213;p3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3"/>
          <p:cNvGrpSpPr/>
          <p:nvPr/>
        </p:nvGrpSpPr>
        <p:grpSpPr>
          <a:xfrm rot="1800000">
            <a:off x="5390321" y="4066173"/>
            <a:ext cx="258186" cy="384920"/>
            <a:chOff x="1443647" y="5941692"/>
            <a:chExt cx="999933" cy="1490762"/>
          </a:xfrm>
        </p:grpSpPr>
        <p:sp>
          <p:nvSpPr>
            <p:cNvPr id="218" name="Google Shape;218;p3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2793384" y="1935277"/>
            <a:ext cx="242711" cy="313636"/>
            <a:chOff x="8486169" y="3185232"/>
            <a:chExt cx="1293157" cy="1671049"/>
          </a:xfrm>
        </p:grpSpPr>
        <p:sp>
          <p:nvSpPr>
            <p:cNvPr id="221" name="Google Shape;221;p3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3"/>
          <p:cNvGrpSpPr/>
          <p:nvPr/>
        </p:nvGrpSpPr>
        <p:grpSpPr>
          <a:xfrm rot="-1800000">
            <a:off x="3427971" y="3160744"/>
            <a:ext cx="282242" cy="323429"/>
            <a:chOff x="3434152" y="230276"/>
            <a:chExt cx="5117562" cy="5864346"/>
          </a:xfrm>
        </p:grpSpPr>
        <p:sp>
          <p:nvSpPr>
            <p:cNvPr id="226" name="Google Shape;226;p3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3"/>
          <p:cNvGrpSpPr/>
          <p:nvPr/>
        </p:nvGrpSpPr>
        <p:grpSpPr>
          <a:xfrm>
            <a:off x="4046504" y="2027128"/>
            <a:ext cx="195081" cy="258891"/>
            <a:chOff x="4494569" y="152884"/>
            <a:chExt cx="4120238" cy="5467955"/>
          </a:xfrm>
        </p:grpSpPr>
        <p:sp>
          <p:nvSpPr>
            <p:cNvPr id="232" name="Google Shape;232;p3"/>
            <p:cNvSpPr/>
            <p:nvPr/>
          </p:nvSpPr>
          <p:spPr>
            <a:xfrm>
              <a:off x="4494569" y="1657147"/>
              <a:ext cx="4120238" cy="3963692"/>
            </a:xfrm>
            <a:custGeom>
              <a:rect b="b" l="l" r="r" t="t"/>
              <a:pathLst>
                <a:path extrusionOk="0" h="2717027" w="2824332">
                  <a:moveTo>
                    <a:pt x="700429" y="78908"/>
                  </a:moveTo>
                  <a:cubicBezTo>
                    <a:pt x="1280281" y="-130034"/>
                    <a:pt x="1243598" y="137911"/>
                    <a:pt x="1538605" y="174709"/>
                  </a:cubicBezTo>
                  <a:cubicBezTo>
                    <a:pt x="1833612" y="211507"/>
                    <a:pt x="2005673" y="3206"/>
                    <a:pt x="2470472" y="299697"/>
                  </a:cubicBezTo>
                  <a:cubicBezTo>
                    <a:pt x="2672624" y="460001"/>
                    <a:pt x="2826072" y="810217"/>
                    <a:pt x="2824318" y="1240165"/>
                  </a:cubicBezTo>
                  <a:cubicBezTo>
                    <a:pt x="2821304" y="1979012"/>
                    <a:pt x="2363222" y="2982394"/>
                    <a:pt x="1412159" y="2652324"/>
                  </a:cubicBezTo>
                  <a:cubicBezTo>
                    <a:pt x="302174" y="2872372"/>
                    <a:pt x="0" y="2020079"/>
                    <a:pt x="0" y="1240165"/>
                  </a:cubicBezTo>
                  <a:cubicBezTo>
                    <a:pt x="0" y="752719"/>
                    <a:pt x="217788" y="313228"/>
                    <a:pt x="700429" y="789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6612967" y="749435"/>
              <a:ext cx="619195" cy="1253635"/>
            </a:xfrm>
            <a:custGeom>
              <a:rect b="b" l="l" r="r" t="t"/>
              <a:pathLst>
                <a:path extrusionOk="0" h="720359" w="639363">
                  <a:moveTo>
                    <a:pt x="0" y="720359"/>
                  </a:moveTo>
                  <a:cubicBezTo>
                    <a:pt x="55871" y="604133"/>
                    <a:pt x="-123074" y="234012"/>
                    <a:pt x="624660" y="0"/>
                  </a:cubicBezTo>
                  <a:lnTo>
                    <a:pt x="639363" y="70891"/>
                  </a:lnTo>
                  <a:cubicBezTo>
                    <a:pt x="171667" y="192706"/>
                    <a:pt x="225241" y="535080"/>
                    <a:pt x="289436" y="697358"/>
                  </a:cubicBezTo>
                  <a:cubicBezTo>
                    <a:pt x="222351" y="707300"/>
                    <a:pt x="67085" y="710417"/>
                    <a:pt x="0" y="720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"/>
            <p:cNvSpPr/>
            <p:nvPr/>
          </p:nvSpPr>
          <p:spPr>
            <a:xfrm flipH="1" rot="673055">
              <a:off x="5003325" y="302151"/>
              <a:ext cx="1652805" cy="1203624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3"/>
          <p:cNvGrpSpPr/>
          <p:nvPr/>
        </p:nvGrpSpPr>
        <p:grpSpPr>
          <a:xfrm>
            <a:off x="4604349" y="3696486"/>
            <a:ext cx="249612" cy="301529"/>
            <a:chOff x="810583" y="3002376"/>
            <a:chExt cx="2962062" cy="3578146"/>
          </a:xfrm>
        </p:grpSpPr>
        <p:sp>
          <p:nvSpPr>
            <p:cNvPr id="236" name="Google Shape;236;p3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3"/>
          <p:cNvGrpSpPr/>
          <p:nvPr/>
        </p:nvGrpSpPr>
        <p:grpSpPr>
          <a:xfrm rot="1800000">
            <a:off x="4359431" y="5534537"/>
            <a:ext cx="231522" cy="345168"/>
            <a:chOff x="1443647" y="5941692"/>
            <a:chExt cx="999933" cy="1490762"/>
          </a:xfrm>
        </p:grpSpPr>
        <p:sp>
          <p:nvSpPr>
            <p:cNvPr id="241" name="Google Shape;241;p3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3"/>
          <p:cNvGrpSpPr/>
          <p:nvPr/>
        </p:nvGrpSpPr>
        <p:grpSpPr>
          <a:xfrm rot="-1800000">
            <a:off x="1527633" y="5399259"/>
            <a:ext cx="211444" cy="242299"/>
            <a:chOff x="3434152" y="230276"/>
            <a:chExt cx="5117562" cy="5864346"/>
          </a:xfrm>
        </p:grpSpPr>
        <p:sp>
          <p:nvSpPr>
            <p:cNvPr id="244" name="Google Shape;244;p3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3"/>
          <p:cNvGrpSpPr/>
          <p:nvPr/>
        </p:nvGrpSpPr>
        <p:grpSpPr>
          <a:xfrm>
            <a:off x="1177190" y="4791901"/>
            <a:ext cx="242711" cy="313636"/>
            <a:chOff x="8486169" y="3185232"/>
            <a:chExt cx="1293157" cy="1671049"/>
          </a:xfrm>
        </p:grpSpPr>
        <p:sp>
          <p:nvSpPr>
            <p:cNvPr id="250" name="Google Shape;250;p3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3"/>
          <p:cNvGrpSpPr/>
          <p:nvPr/>
        </p:nvGrpSpPr>
        <p:grpSpPr>
          <a:xfrm>
            <a:off x="1041166" y="3938247"/>
            <a:ext cx="284858" cy="298478"/>
            <a:chOff x="-2765399" y="4679237"/>
            <a:chExt cx="2840668" cy="2976493"/>
          </a:xfrm>
        </p:grpSpPr>
        <p:sp>
          <p:nvSpPr>
            <p:cNvPr id="255" name="Google Shape;255;p3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3"/>
          <p:cNvGrpSpPr/>
          <p:nvPr/>
        </p:nvGrpSpPr>
        <p:grpSpPr>
          <a:xfrm>
            <a:off x="2561679" y="2854290"/>
            <a:ext cx="217713" cy="262996"/>
            <a:chOff x="810583" y="3002376"/>
            <a:chExt cx="2962062" cy="3578146"/>
          </a:xfrm>
        </p:grpSpPr>
        <p:sp>
          <p:nvSpPr>
            <p:cNvPr id="264" name="Google Shape;264;p3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3"/>
          <p:cNvSpPr/>
          <p:nvPr/>
        </p:nvSpPr>
        <p:spPr>
          <a:xfrm rot="-4414371">
            <a:off x="5104687" y="4625541"/>
            <a:ext cx="451147" cy="488351"/>
          </a:xfrm>
          <a:custGeom>
            <a:rect b="b" l="l" r="r" t="t"/>
            <a:pathLst>
              <a:path extrusionOk="0" h="3240001" w="2993176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"/>
          <p:cNvSpPr/>
          <p:nvPr/>
        </p:nvSpPr>
        <p:spPr>
          <a:xfrm rot="8100000">
            <a:off x="1695952" y="4918214"/>
            <a:ext cx="240057" cy="240058"/>
          </a:xfrm>
          <a:custGeom>
            <a:rect b="b" l="l" r="r" t="t"/>
            <a:pathLst>
              <a:path extrusionOk="0" h="2483835" w="2483832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"/>
          <p:cNvSpPr/>
          <p:nvPr/>
        </p:nvSpPr>
        <p:spPr>
          <a:xfrm>
            <a:off x="3419764" y="2389391"/>
            <a:ext cx="471717" cy="476358"/>
          </a:xfrm>
          <a:custGeom>
            <a:rect b="b" l="l" r="r" t="t"/>
            <a:pathLst>
              <a:path extrusionOk="0" h="3221116" w="3189723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"/>
          <p:cNvSpPr/>
          <p:nvPr/>
        </p:nvSpPr>
        <p:spPr>
          <a:xfrm rot="2700000">
            <a:off x="2996034" y="3081119"/>
            <a:ext cx="108803" cy="436203"/>
          </a:xfrm>
          <a:custGeom>
            <a:rect b="b" l="l" r="r" t="t"/>
            <a:pathLst>
              <a:path extrusionOk="0" h="4153123" w="1035916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4200141" y="2436065"/>
            <a:ext cx="397297" cy="308462"/>
          </a:xfrm>
          <a:custGeom>
            <a:rect b="b" l="l" r="r" t="t"/>
            <a:pathLst>
              <a:path extrusionOk="0" h="2375905" w="3240001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"/>
          <p:cNvSpPr/>
          <p:nvPr/>
        </p:nvSpPr>
        <p:spPr>
          <a:xfrm rot="-4476404">
            <a:off x="2378810" y="3312264"/>
            <a:ext cx="431849" cy="432134"/>
          </a:xfrm>
          <a:custGeom>
            <a:rect b="b" l="l" r="r" t="t"/>
            <a:pathLst>
              <a:path extrusionOk="0" h="3187558" w="3185463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20925" y="3067817"/>
            <a:ext cx="405496" cy="342871"/>
          </a:xfrm>
          <a:custGeom>
            <a:rect b="b" l="l" r="r" t="t"/>
            <a:pathLst>
              <a:path extrusionOk="0" h="2313707" w="2736304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"/>
          <p:cNvSpPr/>
          <p:nvPr/>
        </p:nvSpPr>
        <p:spPr>
          <a:xfrm>
            <a:off x="3326466" y="1928365"/>
            <a:ext cx="391041" cy="397567"/>
          </a:xfrm>
          <a:custGeom>
            <a:rect b="b" l="l" r="r" t="t"/>
            <a:pathLst>
              <a:path extrusionOk="0" h="3060919" w="3186824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"/>
          <p:cNvSpPr/>
          <p:nvPr/>
        </p:nvSpPr>
        <p:spPr>
          <a:xfrm rot="-2794009">
            <a:off x="4783649" y="4133290"/>
            <a:ext cx="445900" cy="441248"/>
          </a:xfrm>
          <a:custGeom>
            <a:rect b="b" l="l" r="r" t="t"/>
            <a:pathLst>
              <a:path extrusionOk="0" h="1788383" w="1807241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3870838" y="3370986"/>
            <a:ext cx="514921" cy="514921"/>
          </a:xfrm>
          <a:prstGeom prst="ellipse">
            <a:avLst/>
          </a:pr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"/>
          <p:cNvSpPr/>
          <p:nvPr/>
        </p:nvSpPr>
        <p:spPr>
          <a:xfrm rot="910659">
            <a:off x="3951892" y="3475760"/>
            <a:ext cx="349734" cy="310135"/>
          </a:xfrm>
          <a:custGeom>
            <a:rect b="b" l="l" r="r" t="t"/>
            <a:pathLst>
              <a:path extrusionOk="0" h="2574247" w="3240000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"/>
          <p:cNvSpPr/>
          <p:nvPr/>
        </p:nvSpPr>
        <p:spPr>
          <a:xfrm>
            <a:off x="2264472" y="2258529"/>
            <a:ext cx="514921" cy="514921"/>
          </a:xfrm>
          <a:prstGeom prst="ellipse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"/>
          <p:cNvSpPr/>
          <p:nvPr/>
        </p:nvSpPr>
        <p:spPr>
          <a:xfrm rot="879590">
            <a:off x="2372112" y="2343041"/>
            <a:ext cx="317542" cy="318480"/>
          </a:xfrm>
          <a:custGeom>
            <a:rect b="b" l="l" r="r" t="t"/>
            <a:pathLst>
              <a:path extrusionOk="0" h="3249575" w="3240001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"/>
          <p:cNvSpPr/>
          <p:nvPr/>
        </p:nvSpPr>
        <p:spPr>
          <a:xfrm flipH="1">
            <a:off x="1331458" y="4290987"/>
            <a:ext cx="311024" cy="256576"/>
          </a:xfrm>
          <a:custGeom>
            <a:rect b="b" l="l" r="r" t="t"/>
            <a:pathLst>
              <a:path extrusionOk="0" h="2654282" w="3217557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"/>
          <p:cNvSpPr/>
          <p:nvPr/>
        </p:nvSpPr>
        <p:spPr>
          <a:xfrm rot="724109">
            <a:off x="1953323" y="5507814"/>
            <a:ext cx="266876" cy="317766"/>
          </a:xfrm>
          <a:custGeom>
            <a:rect b="b" l="l" r="r" t="t"/>
            <a:pathLst>
              <a:path extrusionOk="0" h="3240000" w="2721114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2919399" y="2468396"/>
            <a:ext cx="371607" cy="390232"/>
          </a:xfrm>
          <a:custGeom>
            <a:rect b="b" l="l" r="r" t="t"/>
            <a:pathLst>
              <a:path extrusionOk="0" h="2880180" w="2844151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/>
          <p:nvPr/>
        </p:nvSpPr>
        <p:spPr>
          <a:xfrm rot="557054">
            <a:off x="1241912" y="3507140"/>
            <a:ext cx="352516" cy="273408"/>
          </a:xfrm>
          <a:custGeom>
            <a:rect b="b" l="l" r="r" t="t"/>
            <a:pathLst>
              <a:path extrusionOk="0" h="2129375" w="3240006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"/>
          <p:cNvSpPr/>
          <p:nvPr/>
        </p:nvSpPr>
        <p:spPr>
          <a:xfrm>
            <a:off x="1666477" y="2353159"/>
            <a:ext cx="359765" cy="362770"/>
          </a:xfrm>
          <a:custGeom>
            <a:rect b="b" l="l" r="r" t="t"/>
            <a:pathLst>
              <a:path extrusionOk="0" h="1665940" w="1652142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 flipH="1" rot="-5400000">
            <a:off x="1080698" y="2922368"/>
            <a:ext cx="411655" cy="387681"/>
          </a:xfrm>
          <a:custGeom>
            <a:rect b="b" l="l" r="r" t="t"/>
            <a:pathLst>
              <a:path extrusionOk="0" h="2758049" w="2928608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1882080" y="4486323"/>
            <a:ext cx="283097" cy="283097"/>
          </a:xfrm>
          <a:custGeom>
            <a:rect b="b" l="l" r="r" t="t"/>
            <a:pathLst>
              <a:path extrusionOk="0" h="3960000" w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"/>
          <p:cNvSpPr/>
          <p:nvPr/>
        </p:nvSpPr>
        <p:spPr>
          <a:xfrm rot="763440">
            <a:off x="1930033" y="2794644"/>
            <a:ext cx="348153" cy="348153"/>
          </a:xfrm>
          <a:custGeom>
            <a:rect b="b" l="l" r="r" t="t"/>
            <a:pathLst>
              <a:path extrusionOk="0" h="3960000" w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4853961" y="5229627"/>
            <a:ext cx="388613" cy="386461"/>
          </a:xfrm>
          <a:custGeom>
            <a:rect b="b" l="l" r="r" t="t"/>
            <a:pathLst>
              <a:path extrusionOk="0" h="3210836" w="3228711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6503140" y="4053237"/>
            <a:ext cx="4955434" cy="738664"/>
          </a:xfrm>
          <a:prstGeom prst="rect">
            <a:avLst/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 txBox="1"/>
          <p:nvPr/>
        </p:nvSpPr>
        <p:spPr>
          <a:xfrm>
            <a:off x="6503141" y="4171582"/>
            <a:ext cx="4955433" cy="51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6503140" y="5938271"/>
            <a:ext cx="514921" cy="508874"/>
          </a:xfrm>
          <a:prstGeom prst="ellipse">
            <a:avLst/>
          </a:pr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6633725" y="6060692"/>
            <a:ext cx="23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94" name="Google Shape;294;p3"/>
          <p:cNvSpPr/>
          <p:nvPr/>
        </p:nvSpPr>
        <p:spPr>
          <a:xfrm>
            <a:off x="6511548" y="3323176"/>
            <a:ext cx="514921" cy="508874"/>
          </a:xfrm>
          <a:prstGeom prst="ellipse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"/>
          <p:cNvSpPr txBox="1"/>
          <p:nvPr/>
        </p:nvSpPr>
        <p:spPr>
          <a:xfrm>
            <a:off x="6642133" y="3445597"/>
            <a:ext cx="23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6504005" y="2498437"/>
            <a:ext cx="514921" cy="508874"/>
          </a:xfrm>
          <a:prstGeom prst="ellipse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 txBox="1"/>
          <p:nvPr/>
        </p:nvSpPr>
        <p:spPr>
          <a:xfrm>
            <a:off x="6634590" y="2620858"/>
            <a:ext cx="23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4"/>
          <p:cNvGrpSpPr/>
          <p:nvPr/>
        </p:nvGrpSpPr>
        <p:grpSpPr>
          <a:xfrm>
            <a:off x="5195526" y="1390182"/>
            <a:ext cx="6958044" cy="1431161"/>
            <a:chOff x="4745820" y="1390278"/>
            <a:chExt cx="6958044" cy="1431161"/>
          </a:xfrm>
        </p:grpSpPr>
        <p:grpSp>
          <p:nvGrpSpPr>
            <p:cNvPr id="303" name="Google Shape;303;p4"/>
            <p:cNvGrpSpPr/>
            <p:nvPr/>
          </p:nvGrpSpPr>
          <p:grpSpPr>
            <a:xfrm>
              <a:off x="5871229" y="1390278"/>
              <a:ext cx="5832635" cy="1431161"/>
              <a:chOff x="6396575" y="1320108"/>
              <a:chExt cx="5832635" cy="1431161"/>
            </a:xfrm>
          </p:grpSpPr>
          <p:sp>
            <p:nvSpPr>
              <p:cNvPr id="304" name="Google Shape;304;p4"/>
              <p:cNvSpPr txBox="1"/>
              <p:nvPr/>
            </p:nvSpPr>
            <p:spPr>
              <a:xfrm>
                <a:off x="6396575" y="1735606"/>
                <a:ext cx="5710164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Linguagem utilizada em sites para definir a estrutura da mesma, posicionando títulos, cabeçalhos, tabelas, entre outros.</a:t>
                </a:r>
                <a:endParaRPr/>
              </a:p>
            </p:txBody>
          </p:sp>
          <p:sp>
            <p:nvSpPr>
              <p:cNvPr id="305" name="Google Shape;305;p4"/>
              <p:cNvSpPr txBox="1"/>
              <p:nvPr/>
            </p:nvSpPr>
            <p:spPr>
              <a:xfrm>
                <a:off x="6396575" y="1320108"/>
                <a:ext cx="583263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9DC518"/>
                    </a:solidFill>
                    <a:latin typeface="Arial"/>
                    <a:ea typeface="Arial"/>
                    <a:cs typeface="Arial"/>
                    <a:sym typeface="Arial"/>
                  </a:rPr>
                  <a:t>HTML (HyperText Markup Language) </a:t>
                </a:r>
                <a:endParaRPr b="1" sz="24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07" name="Google Shape;307;p4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108000" spcFirstLastPara="1" rIns="10800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3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9" name="Google Shape;309;p4"/>
          <p:cNvSpPr/>
          <p:nvPr/>
        </p:nvSpPr>
        <p:spPr>
          <a:xfrm>
            <a:off x="-1300461" y="116957"/>
            <a:ext cx="6596805" cy="6596805"/>
          </a:xfrm>
          <a:prstGeom prst="arc">
            <a:avLst>
              <a:gd fmla="val 16200000" name="adj1"/>
              <a:gd fmla="val 5445836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4"/>
          <p:cNvGrpSpPr/>
          <p:nvPr/>
        </p:nvGrpSpPr>
        <p:grpSpPr>
          <a:xfrm>
            <a:off x="5362841" y="3105553"/>
            <a:ext cx="958096" cy="780795"/>
            <a:chOff x="5324331" y="1449052"/>
            <a:chExt cx="958096" cy="780795"/>
          </a:xfrm>
        </p:grpSpPr>
        <p:sp>
          <p:nvSpPr>
            <p:cNvPr id="311" name="Google Shape;311;p4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4"/>
          <p:cNvGrpSpPr/>
          <p:nvPr/>
        </p:nvGrpSpPr>
        <p:grpSpPr>
          <a:xfrm>
            <a:off x="5231119" y="4652725"/>
            <a:ext cx="958096" cy="780795"/>
            <a:chOff x="5285270" y="1449052"/>
            <a:chExt cx="958096" cy="780795"/>
          </a:xfrm>
        </p:grpSpPr>
        <p:sp>
          <p:nvSpPr>
            <p:cNvPr id="314" name="Google Shape;314;p4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 txBox="1"/>
            <p:nvPr/>
          </p:nvSpPr>
          <p:spPr>
            <a:xfrm>
              <a:off x="5285270" y="1531673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4"/>
          <p:cNvSpPr/>
          <p:nvPr/>
        </p:nvSpPr>
        <p:spPr>
          <a:xfrm>
            <a:off x="1" y="2252051"/>
            <a:ext cx="3437003" cy="2043502"/>
          </a:xfrm>
          <a:custGeom>
            <a:rect b="b" l="l" r="r" t="t"/>
            <a:pathLst>
              <a:path extrusionOk="0" h="2043502" w="3437003">
                <a:moveTo>
                  <a:pt x="0" y="0"/>
                </a:moveTo>
                <a:lnTo>
                  <a:pt x="2415252" y="0"/>
                </a:lnTo>
                <a:cubicBezTo>
                  <a:pt x="2979549" y="0"/>
                  <a:pt x="3437003" y="457454"/>
                  <a:pt x="3437003" y="1021751"/>
                </a:cubicBezTo>
                <a:lnTo>
                  <a:pt x="3437002" y="1021751"/>
                </a:lnTo>
                <a:cubicBezTo>
                  <a:pt x="3437002" y="1586048"/>
                  <a:pt x="2979548" y="2043502"/>
                  <a:pt x="2415251" y="2043502"/>
                </a:cubicBezTo>
                <a:lnTo>
                  <a:pt x="0" y="2043501"/>
                </a:lnTo>
                <a:close/>
              </a:path>
            </a:pathLst>
          </a:custGeom>
          <a:solidFill>
            <a:srgbClr val="9DC518">
              <a:alpha val="8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"/>
          <p:cNvSpPr txBox="1"/>
          <p:nvPr/>
        </p:nvSpPr>
        <p:spPr>
          <a:xfrm>
            <a:off x="-24068" y="2466885"/>
            <a:ext cx="527765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Linguagens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Utilizadas </a:t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"/>
          <p:cNvSpPr txBox="1"/>
          <p:nvPr/>
        </p:nvSpPr>
        <p:spPr>
          <a:xfrm>
            <a:off x="6320936" y="3521051"/>
            <a:ext cx="58326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Criada para aprimorar sites e realizar funções que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funcionam por “trás” da página.</a:t>
            </a:r>
            <a:endParaRPr/>
          </a:p>
        </p:txBody>
      </p:sp>
      <p:sp>
        <p:nvSpPr>
          <p:cNvPr id="319" name="Google Shape;319;p4"/>
          <p:cNvSpPr txBox="1"/>
          <p:nvPr/>
        </p:nvSpPr>
        <p:spPr>
          <a:xfrm>
            <a:off x="6320936" y="3105553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PHP (Personal Home Page) </a:t>
            </a:r>
            <a:endParaRPr b="1" sz="24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"/>
          <p:cNvSpPr txBox="1"/>
          <p:nvPr/>
        </p:nvSpPr>
        <p:spPr>
          <a:xfrm>
            <a:off x="6320937" y="4652725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CSS (Cascading Style Sheets) </a:t>
            </a:r>
            <a:endParaRPr b="1" sz="24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"/>
          <p:cNvSpPr txBox="1"/>
          <p:nvPr/>
        </p:nvSpPr>
        <p:spPr>
          <a:xfrm>
            <a:off x="6320937" y="5114390"/>
            <a:ext cx="58326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Usada para melhorar o layout de sites, tornando os mesmos mais bonitos e interativos.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5"/>
          <p:cNvGrpSpPr/>
          <p:nvPr/>
        </p:nvGrpSpPr>
        <p:grpSpPr>
          <a:xfrm>
            <a:off x="4607045" y="419112"/>
            <a:ext cx="958096" cy="780795"/>
            <a:chOff x="5324331" y="1449052"/>
            <a:chExt cx="958096" cy="780795"/>
          </a:xfrm>
        </p:grpSpPr>
        <p:sp>
          <p:nvSpPr>
            <p:cNvPr id="327" name="Google Shape;327;p5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5"/>
          <p:cNvSpPr/>
          <p:nvPr/>
        </p:nvSpPr>
        <p:spPr>
          <a:xfrm>
            <a:off x="-1300461" y="116957"/>
            <a:ext cx="6596805" cy="6596805"/>
          </a:xfrm>
          <a:prstGeom prst="arc">
            <a:avLst>
              <a:gd fmla="val 16200000" name="adj1"/>
              <a:gd fmla="val 5445836" name="adj2"/>
            </a:avLst>
          </a:prstGeom>
          <a:noFill/>
          <a:ln cap="flat" cmpd="sng" w="127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5"/>
          <p:cNvGrpSpPr/>
          <p:nvPr/>
        </p:nvGrpSpPr>
        <p:grpSpPr>
          <a:xfrm>
            <a:off x="5134826" y="1686481"/>
            <a:ext cx="958096" cy="780795"/>
            <a:chOff x="5324331" y="1449052"/>
            <a:chExt cx="958096" cy="780795"/>
          </a:xfrm>
        </p:grpSpPr>
        <p:sp>
          <p:nvSpPr>
            <p:cNvPr id="331" name="Google Shape;331;p5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5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5321895" y="2981085"/>
            <a:ext cx="958096" cy="780795"/>
            <a:chOff x="5324331" y="1449052"/>
            <a:chExt cx="958096" cy="780795"/>
          </a:xfrm>
        </p:grpSpPr>
        <p:sp>
          <p:nvSpPr>
            <p:cNvPr id="334" name="Google Shape;334;p5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5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5"/>
          <p:cNvGrpSpPr/>
          <p:nvPr/>
        </p:nvGrpSpPr>
        <p:grpSpPr>
          <a:xfrm>
            <a:off x="5166285" y="4315279"/>
            <a:ext cx="958096" cy="780795"/>
            <a:chOff x="5324331" y="1449052"/>
            <a:chExt cx="958096" cy="780795"/>
          </a:xfrm>
        </p:grpSpPr>
        <p:sp>
          <p:nvSpPr>
            <p:cNvPr id="337" name="Google Shape;337;p5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5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5"/>
          <p:cNvSpPr/>
          <p:nvPr/>
        </p:nvSpPr>
        <p:spPr>
          <a:xfrm>
            <a:off x="1" y="2252051"/>
            <a:ext cx="4108173" cy="2043502"/>
          </a:xfrm>
          <a:custGeom>
            <a:rect b="b" l="l" r="r" t="t"/>
            <a:pathLst>
              <a:path extrusionOk="0" h="2043502" w="3437003">
                <a:moveTo>
                  <a:pt x="0" y="0"/>
                </a:moveTo>
                <a:lnTo>
                  <a:pt x="2415252" y="0"/>
                </a:lnTo>
                <a:cubicBezTo>
                  <a:pt x="2979549" y="0"/>
                  <a:pt x="3437003" y="457454"/>
                  <a:pt x="3437003" y="1021751"/>
                </a:cubicBezTo>
                <a:lnTo>
                  <a:pt x="3437002" y="1021751"/>
                </a:lnTo>
                <a:cubicBezTo>
                  <a:pt x="3437002" y="1586048"/>
                  <a:pt x="2979548" y="2043502"/>
                  <a:pt x="2415251" y="2043502"/>
                </a:cubicBezTo>
                <a:lnTo>
                  <a:pt x="0" y="2043501"/>
                </a:lnTo>
                <a:close/>
              </a:path>
            </a:pathLst>
          </a:custGeom>
          <a:solidFill>
            <a:srgbClr val="79BA27">
              <a:alpha val="8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ABA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"/>
          <p:cNvSpPr txBox="1"/>
          <p:nvPr/>
        </p:nvSpPr>
        <p:spPr>
          <a:xfrm>
            <a:off x="-7959" y="2466885"/>
            <a:ext cx="434625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Utilizadas</a:t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5"/>
          <p:cNvGrpSpPr/>
          <p:nvPr/>
        </p:nvGrpSpPr>
        <p:grpSpPr>
          <a:xfrm>
            <a:off x="4787192" y="5439933"/>
            <a:ext cx="958096" cy="780795"/>
            <a:chOff x="5324331" y="1449052"/>
            <a:chExt cx="958096" cy="780795"/>
          </a:xfrm>
        </p:grpSpPr>
        <p:sp>
          <p:nvSpPr>
            <p:cNvPr id="342" name="Google Shape;342;p5"/>
            <p:cNvSpPr/>
            <p:nvPr/>
          </p:nvSpPr>
          <p:spPr>
            <a:xfrm>
              <a:off x="5412981" y="1449052"/>
              <a:ext cx="780795" cy="780795"/>
            </a:xfrm>
            <a:prstGeom prst="ellipse">
              <a:avLst/>
            </a:pr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5"/>
            <p:cNvSpPr txBox="1"/>
            <p:nvPr/>
          </p:nvSpPr>
          <p:spPr>
            <a:xfrm>
              <a:off x="5324331" y="1516285"/>
              <a:ext cx="9580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5"/>
          <p:cNvSpPr txBox="1"/>
          <p:nvPr/>
        </p:nvSpPr>
        <p:spPr>
          <a:xfrm>
            <a:off x="5761618" y="561752"/>
            <a:ext cx="57101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Software utilizado como editor de imagens, muito usado também na edição de fotografias e em design gráfico.</a:t>
            </a:r>
            <a:endParaRPr/>
          </a:p>
        </p:txBody>
      </p:sp>
      <p:sp>
        <p:nvSpPr>
          <p:cNvPr id="345" name="Google Shape;345;p5"/>
          <p:cNvSpPr txBox="1"/>
          <p:nvPr/>
        </p:nvSpPr>
        <p:spPr>
          <a:xfrm>
            <a:off x="5700382" y="188569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b="1" sz="2400">
              <a:solidFill>
                <a:srgbClr val="72B3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"/>
          <p:cNvSpPr txBox="1"/>
          <p:nvPr/>
        </p:nvSpPr>
        <p:spPr>
          <a:xfrm>
            <a:off x="6049151" y="1465256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rPr>
              <a:t>DREAMWEAVER</a:t>
            </a:r>
            <a:endParaRPr b="1" sz="2400">
              <a:solidFill>
                <a:srgbClr val="72B3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"/>
          <p:cNvSpPr txBox="1"/>
          <p:nvPr/>
        </p:nvSpPr>
        <p:spPr>
          <a:xfrm>
            <a:off x="5994321" y="1865402"/>
            <a:ext cx="57101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Software utilizado como editor de imagens, muito usado também na edição de fotografias e em design gráfico.</a:t>
            </a:r>
            <a:endParaRPr/>
          </a:p>
        </p:txBody>
      </p:sp>
      <p:sp>
        <p:nvSpPr>
          <p:cNvPr id="348" name="Google Shape;348;p5"/>
          <p:cNvSpPr txBox="1"/>
          <p:nvPr/>
        </p:nvSpPr>
        <p:spPr>
          <a:xfrm>
            <a:off x="6334820" y="2907764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1" sz="2400">
              <a:solidFill>
                <a:srgbClr val="72B3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"/>
          <p:cNvSpPr txBox="1"/>
          <p:nvPr/>
        </p:nvSpPr>
        <p:spPr>
          <a:xfrm>
            <a:off x="6279990" y="3307910"/>
            <a:ext cx="57101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Ferramenta usada para criação e manipulação de Banco de Dados.</a:t>
            </a:r>
            <a:endParaRPr/>
          </a:p>
        </p:txBody>
      </p:sp>
      <p:sp>
        <p:nvSpPr>
          <p:cNvPr id="350" name="Google Shape;350;p5"/>
          <p:cNvSpPr txBox="1"/>
          <p:nvPr/>
        </p:nvSpPr>
        <p:spPr>
          <a:xfrm>
            <a:off x="6246170" y="4350272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rPr>
              <a:t>EASYPHP</a:t>
            </a:r>
            <a:endParaRPr b="1" sz="2400">
              <a:solidFill>
                <a:srgbClr val="72B3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"/>
          <p:cNvSpPr txBox="1"/>
          <p:nvPr/>
        </p:nvSpPr>
        <p:spPr>
          <a:xfrm>
            <a:off x="6191340" y="4750418"/>
            <a:ext cx="57101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Servidor local e gratuíto de páginas da Web.</a:t>
            </a:r>
            <a:endParaRPr/>
          </a:p>
        </p:txBody>
      </p:sp>
      <p:sp>
        <p:nvSpPr>
          <p:cNvPr id="352" name="Google Shape;352;p5"/>
          <p:cNvSpPr txBox="1"/>
          <p:nvPr/>
        </p:nvSpPr>
        <p:spPr>
          <a:xfrm>
            <a:off x="5888768" y="5475043"/>
            <a:ext cx="5832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 b="1" sz="2400">
              <a:solidFill>
                <a:srgbClr val="72B3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"/>
          <p:cNvSpPr txBox="1"/>
          <p:nvPr/>
        </p:nvSpPr>
        <p:spPr>
          <a:xfrm>
            <a:off x="5833938" y="5875189"/>
            <a:ext cx="57101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Estrutura de aprimoração de sites, trabalhando juntamente com o CSS para criar layouts modernos.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"/>
          <p:cNvSpPr txBox="1"/>
          <p:nvPr>
            <p:ph idx="1" type="body"/>
          </p:nvPr>
        </p:nvSpPr>
        <p:spPr>
          <a:xfrm>
            <a:off x="0" y="389510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000"/>
              <a:t>Vegetarianos e Veganos no Brasil</a:t>
            </a:r>
            <a:endParaRPr sz="4000"/>
          </a:p>
        </p:txBody>
      </p:sp>
      <p:grpSp>
        <p:nvGrpSpPr>
          <p:cNvPr id="359" name="Google Shape;359;p6"/>
          <p:cNvGrpSpPr/>
          <p:nvPr/>
        </p:nvGrpSpPr>
        <p:grpSpPr>
          <a:xfrm rot="10800000">
            <a:off x="1271648" y="1608348"/>
            <a:ext cx="757946" cy="4843670"/>
            <a:chOff x="1055023" y="2447148"/>
            <a:chExt cx="489227" cy="3126415"/>
          </a:xfrm>
        </p:grpSpPr>
        <p:grpSp>
          <p:nvGrpSpPr>
            <p:cNvPr id="360" name="Google Shape;360;p6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361" name="Google Shape;361;p6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rgbClr val="AFE1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rgbClr val="AFE1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6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rgbClr val="AFE170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6"/>
          <p:cNvGrpSpPr/>
          <p:nvPr/>
        </p:nvGrpSpPr>
        <p:grpSpPr>
          <a:xfrm>
            <a:off x="4507035" y="1761087"/>
            <a:ext cx="7239604" cy="584777"/>
            <a:chOff x="270024" y="1671304"/>
            <a:chExt cx="6366388" cy="590625"/>
          </a:xfrm>
        </p:grpSpPr>
        <p:sp>
          <p:nvSpPr>
            <p:cNvPr id="365" name="Google Shape;365;p6"/>
            <p:cNvSpPr txBox="1"/>
            <p:nvPr/>
          </p:nvSpPr>
          <p:spPr>
            <a:xfrm>
              <a:off x="270025" y="1951074"/>
              <a:ext cx="6366386" cy="310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Somando um total de 17,5 milhões de pessoas.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"/>
            <p:cNvSpPr txBox="1"/>
            <p:nvPr/>
          </p:nvSpPr>
          <p:spPr>
            <a:xfrm>
              <a:off x="270024" y="1671304"/>
              <a:ext cx="6366388" cy="341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9% da população vegetariana</a:t>
              </a:r>
              <a:endParaRPr b="1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6"/>
          <p:cNvGrpSpPr/>
          <p:nvPr/>
        </p:nvGrpSpPr>
        <p:grpSpPr>
          <a:xfrm>
            <a:off x="4507035" y="2720339"/>
            <a:ext cx="7239604" cy="545565"/>
            <a:chOff x="270024" y="1671305"/>
            <a:chExt cx="6366388" cy="551021"/>
          </a:xfrm>
        </p:grpSpPr>
        <p:sp>
          <p:nvSpPr>
            <p:cNvPr id="368" name="Google Shape;368;p6"/>
            <p:cNvSpPr txBox="1"/>
            <p:nvPr/>
          </p:nvSpPr>
          <p:spPr>
            <a:xfrm>
              <a:off x="270025" y="1911471"/>
              <a:ext cx="6366386" cy="310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Somando um total de 15,2 milhões de pessoas.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"/>
            <p:cNvSpPr txBox="1"/>
            <p:nvPr/>
          </p:nvSpPr>
          <p:spPr>
            <a:xfrm>
              <a:off x="270024" y="1671305"/>
              <a:ext cx="6366388" cy="279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6"/>
          <p:cNvSpPr txBox="1"/>
          <p:nvPr/>
        </p:nvSpPr>
        <p:spPr>
          <a:xfrm>
            <a:off x="4507035" y="4899589"/>
            <a:ext cx="72396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Somando um total de 29,2 milhões de pessoas.</a:t>
            </a:r>
            <a:endParaRPr sz="14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6"/>
          <p:cNvGrpSpPr/>
          <p:nvPr/>
        </p:nvGrpSpPr>
        <p:grpSpPr>
          <a:xfrm>
            <a:off x="1143394" y="785790"/>
            <a:ext cx="2805977" cy="2805977"/>
            <a:chOff x="1842386" y="810702"/>
            <a:chExt cx="2805977" cy="2805977"/>
          </a:xfrm>
        </p:grpSpPr>
        <p:sp>
          <p:nvSpPr>
            <p:cNvPr id="372" name="Google Shape;372;p6"/>
            <p:cNvSpPr/>
            <p:nvPr/>
          </p:nvSpPr>
          <p:spPr>
            <a:xfrm>
              <a:off x="2097778" y="2362580"/>
              <a:ext cx="138452" cy="283691"/>
            </a:xfrm>
            <a:custGeom>
              <a:rect b="b" l="l" r="r" t="t"/>
              <a:pathLst>
                <a:path extrusionOk="0" h="291601" w="142312">
                  <a:moveTo>
                    <a:pt x="142312" y="0"/>
                  </a:moveTo>
                  <a:lnTo>
                    <a:pt x="142312" y="291601"/>
                  </a:lnTo>
                  <a:cubicBezTo>
                    <a:pt x="63311" y="290095"/>
                    <a:pt x="0" y="225341"/>
                    <a:pt x="0" y="145800"/>
                  </a:cubicBezTo>
                  <a:cubicBezTo>
                    <a:pt x="0" y="66260"/>
                    <a:pt x="63311" y="1506"/>
                    <a:pt x="142312" y="0"/>
                  </a:cubicBezTo>
                  <a:close/>
                </a:path>
              </a:pathLst>
            </a:custGeom>
            <a:solidFill>
              <a:srgbClr val="3C5D1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 rot="-8100000">
              <a:off x="2297584" y="1177356"/>
              <a:ext cx="1895581" cy="2072670"/>
            </a:xfrm>
            <a:custGeom>
              <a:rect b="b" l="l" r="r" t="t"/>
              <a:pathLst>
                <a:path extrusionOk="0" h="2072670" w="1895581">
                  <a:moveTo>
                    <a:pt x="682524" y="1996592"/>
                  </a:moveTo>
                  <a:lnTo>
                    <a:pt x="11451" y="2072670"/>
                  </a:lnTo>
                  <a:lnTo>
                    <a:pt x="0" y="2061220"/>
                  </a:lnTo>
                  <a:lnTo>
                    <a:pt x="84087" y="1398156"/>
                  </a:lnTo>
                  <a:lnTo>
                    <a:pt x="196646" y="1572348"/>
                  </a:lnTo>
                  <a:lnTo>
                    <a:pt x="1531526" y="239527"/>
                  </a:lnTo>
                  <a:cubicBezTo>
                    <a:pt x="1597670" y="173383"/>
                    <a:pt x="1597670" y="66144"/>
                    <a:pt x="1531526" y="0"/>
                  </a:cubicBezTo>
                  <a:lnTo>
                    <a:pt x="1845973" y="314448"/>
                  </a:lnTo>
                  <a:cubicBezTo>
                    <a:pt x="1912117" y="380592"/>
                    <a:pt x="1912117" y="487832"/>
                    <a:pt x="1845973" y="553975"/>
                  </a:cubicBezTo>
                  <a:lnTo>
                    <a:pt x="509099" y="1888790"/>
                  </a:lnTo>
                  <a:lnTo>
                    <a:pt x="682524" y="1996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" rotWithShape="0" algn="t" dir="5400000" dist="127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6"/>
          <p:cNvGrpSpPr/>
          <p:nvPr/>
        </p:nvGrpSpPr>
        <p:grpSpPr>
          <a:xfrm>
            <a:off x="1143394" y="1736320"/>
            <a:ext cx="2805977" cy="2805977"/>
            <a:chOff x="3656676" y="2236513"/>
            <a:chExt cx="2805977" cy="2805977"/>
          </a:xfrm>
        </p:grpSpPr>
        <p:sp>
          <p:nvSpPr>
            <p:cNvPr id="375" name="Google Shape;375;p6"/>
            <p:cNvSpPr/>
            <p:nvPr/>
          </p:nvSpPr>
          <p:spPr>
            <a:xfrm>
              <a:off x="3912068" y="3788391"/>
              <a:ext cx="138452" cy="283691"/>
            </a:xfrm>
            <a:custGeom>
              <a:rect b="b" l="l" r="r" t="t"/>
              <a:pathLst>
                <a:path extrusionOk="0" h="291601" w="142312">
                  <a:moveTo>
                    <a:pt x="142312" y="0"/>
                  </a:moveTo>
                  <a:lnTo>
                    <a:pt x="142312" y="291601"/>
                  </a:lnTo>
                  <a:cubicBezTo>
                    <a:pt x="63311" y="290095"/>
                    <a:pt x="0" y="225341"/>
                    <a:pt x="0" y="145800"/>
                  </a:cubicBezTo>
                  <a:cubicBezTo>
                    <a:pt x="0" y="66260"/>
                    <a:pt x="63311" y="1506"/>
                    <a:pt x="142312" y="0"/>
                  </a:cubicBezTo>
                  <a:close/>
                </a:path>
              </a:pathLst>
            </a:custGeom>
            <a:solidFill>
              <a:srgbClr val="4E620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6"/>
            <p:cNvSpPr/>
            <p:nvPr/>
          </p:nvSpPr>
          <p:spPr>
            <a:xfrm rot="-8100000">
              <a:off x="4111874" y="2603167"/>
              <a:ext cx="1895581" cy="2072670"/>
            </a:xfrm>
            <a:custGeom>
              <a:rect b="b" l="l" r="r" t="t"/>
              <a:pathLst>
                <a:path extrusionOk="0" h="2072670" w="1895581">
                  <a:moveTo>
                    <a:pt x="682524" y="1996592"/>
                  </a:moveTo>
                  <a:lnTo>
                    <a:pt x="11451" y="2072670"/>
                  </a:lnTo>
                  <a:lnTo>
                    <a:pt x="0" y="2061220"/>
                  </a:lnTo>
                  <a:lnTo>
                    <a:pt x="84087" y="1398156"/>
                  </a:lnTo>
                  <a:lnTo>
                    <a:pt x="196646" y="1572348"/>
                  </a:lnTo>
                  <a:lnTo>
                    <a:pt x="1531526" y="239527"/>
                  </a:lnTo>
                  <a:cubicBezTo>
                    <a:pt x="1597670" y="173383"/>
                    <a:pt x="1597670" y="66144"/>
                    <a:pt x="1531526" y="0"/>
                  </a:cubicBezTo>
                  <a:lnTo>
                    <a:pt x="1845973" y="314448"/>
                  </a:lnTo>
                  <a:cubicBezTo>
                    <a:pt x="1912117" y="380592"/>
                    <a:pt x="1912117" y="487832"/>
                    <a:pt x="1845973" y="553975"/>
                  </a:cubicBezTo>
                  <a:lnTo>
                    <a:pt x="509099" y="1888790"/>
                  </a:lnTo>
                  <a:lnTo>
                    <a:pt x="682524" y="19965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5400" rotWithShape="0" algn="t" dir="5400000" dist="127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6"/>
          <p:cNvGrpSpPr/>
          <p:nvPr/>
        </p:nvGrpSpPr>
        <p:grpSpPr>
          <a:xfrm>
            <a:off x="1152919" y="2686850"/>
            <a:ext cx="2805977" cy="2805977"/>
            <a:chOff x="6465233" y="3662324"/>
            <a:chExt cx="2805977" cy="2805977"/>
          </a:xfrm>
        </p:grpSpPr>
        <p:sp>
          <p:nvSpPr>
            <p:cNvPr id="378" name="Google Shape;378;p6"/>
            <p:cNvSpPr/>
            <p:nvPr/>
          </p:nvSpPr>
          <p:spPr>
            <a:xfrm>
              <a:off x="6720625" y="5214202"/>
              <a:ext cx="138452" cy="283691"/>
            </a:xfrm>
            <a:custGeom>
              <a:rect b="b" l="l" r="r" t="t"/>
              <a:pathLst>
                <a:path extrusionOk="0" h="291601" w="142312">
                  <a:moveTo>
                    <a:pt x="142312" y="0"/>
                  </a:moveTo>
                  <a:lnTo>
                    <a:pt x="142312" y="291601"/>
                  </a:lnTo>
                  <a:cubicBezTo>
                    <a:pt x="63311" y="290095"/>
                    <a:pt x="0" y="225341"/>
                    <a:pt x="0" y="145800"/>
                  </a:cubicBezTo>
                  <a:cubicBezTo>
                    <a:pt x="0" y="66260"/>
                    <a:pt x="63311" y="1506"/>
                    <a:pt x="142312" y="0"/>
                  </a:cubicBezTo>
                  <a:close/>
                </a:path>
              </a:pathLst>
            </a:custGeom>
            <a:solidFill>
              <a:srgbClr val="3C5D1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 rot="-8100000">
              <a:off x="6920431" y="4028978"/>
              <a:ext cx="1895581" cy="2072670"/>
            </a:xfrm>
            <a:custGeom>
              <a:rect b="b" l="l" r="r" t="t"/>
              <a:pathLst>
                <a:path extrusionOk="0" h="2072670" w="1895581">
                  <a:moveTo>
                    <a:pt x="682524" y="1996592"/>
                  </a:moveTo>
                  <a:lnTo>
                    <a:pt x="11451" y="2072670"/>
                  </a:lnTo>
                  <a:lnTo>
                    <a:pt x="0" y="2061220"/>
                  </a:lnTo>
                  <a:lnTo>
                    <a:pt x="84087" y="1398156"/>
                  </a:lnTo>
                  <a:lnTo>
                    <a:pt x="196646" y="1572348"/>
                  </a:lnTo>
                  <a:lnTo>
                    <a:pt x="1531526" y="239527"/>
                  </a:lnTo>
                  <a:cubicBezTo>
                    <a:pt x="1597670" y="173383"/>
                    <a:pt x="1597670" y="66144"/>
                    <a:pt x="1531526" y="0"/>
                  </a:cubicBezTo>
                  <a:lnTo>
                    <a:pt x="1845973" y="314448"/>
                  </a:lnTo>
                  <a:cubicBezTo>
                    <a:pt x="1912117" y="380592"/>
                    <a:pt x="1912117" y="487832"/>
                    <a:pt x="1845973" y="553975"/>
                  </a:cubicBezTo>
                  <a:lnTo>
                    <a:pt x="509099" y="1888790"/>
                  </a:lnTo>
                  <a:lnTo>
                    <a:pt x="682524" y="19965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" rotWithShape="0" algn="t" dir="5400000" dist="127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6"/>
          <p:cNvSpPr/>
          <p:nvPr/>
        </p:nvSpPr>
        <p:spPr>
          <a:xfrm>
            <a:off x="1170186" y="5189259"/>
            <a:ext cx="138452" cy="283691"/>
          </a:xfrm>
          <a:custGeom>
            <a:rect b="b" l="l" r="r" t="t"/>
            <a:pathLst>
              <a:path extrusionOk="0" h="291601" w="142312">
                <a:moveTo>
                  <a:pt x="142312" y="0"/>
                </a:moveTo>
                <a:lnTo>
                  <a:pt x="142312" y="291601"/>
                </a:lnTo>
                <a:cubicBezTo>
                  <a:pt x="63311" y="290095"/>
                  <a:pt x="0" y="225341"/>
                  <a:pt x="0" y="145800"/>
                </a:cubicBezTo>
                <a:cubicBezTo>
                  <a:pt x="0" y="66260"/>
                  <a:pt x="63311" y="1506"/>
                  <a:pt x="142312" y="0"/>
                </a:cubicBezTo>
                <a:close/>
              </a:path>
            </a:pathLst>
          </a:custGeom>
          <a:solidFill>
            <a:srgbClr val="4E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"/>
          <p:cNvSpPr txBox="1"/>
          <p:nvPr/>
        </p:nvSpPr>
        <p:spPr>
          <a:xfrm>
            <a:off x="1788067" y="1921432"/>
            <a:ext cx="15356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2011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p6"/>
          <p:cNvGrpSpPr/>
          <p:nvPr/>
        </p:nvGrpSpPr>
        <p:grpSpPr>
          <a:xfrm>
            <a:off x="1722079" y="3856162"/>
            <a:ext cx="239277" cy="309199"/>
            <a:chOff x="8486169" y="3185232"/>
            <a:chExt cx="1293157" cy="1671049"/>
          </a:xfrm>
        </p:grpSpPr>
        <p:sp>
          <p:nvSpPr>
            <p:cNvPr id="383" name="Google Shape;383;p6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6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6"/>
          <p:cNvGrpSpPr/>
          <p:nvPr/>
        </p:nvGrpSpPr>
        <p:grpSpPr>
          <a:xfrm rot="-1800000">
            <a:off x="1694209" y="2903013"/>
            <a:ext cx="278248" cy="318853"/>
            <a:chOff x="3434152" y="230276"/>
            <a:chExt cx="5117562" cy="5864346"/>
          </a:xfrm>
        </p:grpSpPr>
        <p:sp>
          <p:nvSpPr>
            <p:cNvPr id="388" name="Google Shape;388;p6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6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6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6"/>
          <p:cNvGrpSpPr/>
          <p:nvPr/>
        </p:nvGrpSpPr>
        <p:grpSpPr>
          <a:xfrm>
            <a:off x="1669220" y="1984314"/>
            <a:ext cx="283691" cy="283691"/>
            <a:chOff x="847837" y="4367156"/>
            <a:chExt cx="1901842" cy="1901842"/>
          </a:xfrm>
        </p:grpSpPr>
        <p:sp>
          <p:nvSpPr>
            <p:cNvPr id="394" name="Google Shape;394;p6"/>
            <p:cNvSpPr/>
            <p:nvPr/>
          </p:nvSpPr>
          <p:spPr>
            <a:xfrm>
              <a:off x="1025650" y="4550276"/>
              <a:ext cx="1546216" cy="1535602"/>
            </a:xfrm>
            <a:custGeom>
              <a:rect b="b" l="l" r="r" t="t"/>
              <a:pathLst>
                <a:path extrusionOk="0" h="1535602" w="1546216">
                  <a:moveTo>
                    <a:pt x="773108" y="812220"/>
                  </a:moveTo>
                  <a:lnTo>
                    <a:pt x="1014235" y="1535602"/>
                  </a:lnTo>
                  <a:lnTo>
                    <a:pt x="531981" y="1535602"/>
                  </a:lnTo>
                  <a:close/>
                  <a:moveTo>
                    <a:pt x="812454" y="794439"/>
                  </a:moveTo>
                  <a:lnTo>
                    <a:pt x="1485297" y="1153195"/>
                  </a:lnTo>
                  <a:lnTo>
                    <a:pt x="1135476" y="1485150"/>
                  </a:lnTo>
                  <a:close/>
                  <a:moveTo>
                    <a:pt x="735369" y="794439"/>
                  </a:moveTo>
                  <a:lnTo>
                    <a:pt x="412347" y="1485150"/>
                  </a:lnTo>
                  <a:lnTo>
                    <a:pt x="62526" y="1153195"/>
                  </a:lnTo>
                  <a:close/>
                  <a:moveTo>
                    <a:pt x="1546216" y="528939"/>
                  </a:moveTo>
                  <a:lnTo>
                    <a:pt x="1546216" y="1011193"/>
                  </a:lnTo>
                  <a:lnTo>
                    <a:pt x="822834" y="770066"/>
                  </a:lnTo>
                  <a:close/>
                  <a:moveTo>
                    <a:pt x="0" y="528939"/>
                  </a:moveTo>
                  <a:lnTo>
                    <a:pt x="723382" y="770066"/>
                  </a:lnTo>
                  <a:lnTo>
                    <a:pt x="0" y="1011193"/>
                  </a:lnTo>
                  <a:close/>
                  <a:moveTo>
                    <a:pt x="1152010" y="61443"/>
                  </a:moveTo>
                  <a:lnTo>
                    <a:pt x="1491031" y="404420"/>
                  </a:lnTo>
                  <a:lnTo>
                    <a:pt x="807054" y="741464"/>
                  </a:lnTo>
                  <a:close/>
                  <a:moveTo>
                    <a:pt x="395813" y="61443"/>
                  </a:moveTo>
                  <a:lnTo>
                    <a:pt x="740769" y="741464"/>
                  </a:lnTo>
                  <a:lnTo>
                    <a:pt x="56792" y="404420"/>
                  </a:lnTo>
                  <a:close/>
                  <a:moveTo>
                    <a:pt x="531981" y="0"/>
                  </a:moveTo>
                  <a:lnTo>
                    <a:pt x="1014235" y="0"/>
                  </a:lnTo>
                  <a:lnTo>
                    <a:pt x="773108" y="7233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847837" y="4367156"/>
              <a:ext cx="1901842" cy="1901842"/>
            </a:xfrm>
            <a:prstGeom prst="donut">
              <a:avLst>
                <a:gd fmla="val 323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6"/>
          <p:cNvSpPr/>
          <p:nvPr/>
        </p:nvSpPr>
        <p:spPr>
          <a:xfrm rot="-8100000">
            <a:off x="1399802" y="3916372"/>
            <a:ext cx="2052888" cy="2228216"/>
          </a:xfrm>
          <a:custGeom>
            <a:rect b="b" l="l" r="r" t="t"/>
            <a:pathLst>
              <a:path extrusionOk="0" h="2228216" w="2052888">
                <a:moveTo>
                  <a:pt x="682524" y="2152138"/>
                </a:moveTo>
                <a:lnTo>
                  <a:pt x="11451" y="2228216"/>
                </a:lnTo>
                <a:lnTo>
                  <a:pt x="0" y="2216766"/>
                </a:lnTo>
                <a:lnTo>
                  <a:pt x="84087" y="1553702"/>
                </a:lnTo>
                <a:lnTo>
                  <a:pt x="196646" y="1727894"/>
                </a:lnTo>
                <a:lnTo>
                  <a:pt x="1430185" y="496258"/>
                </a:lnTo>
                <a:lnTo>
                  <a:pt x="1430945" y="497018"/>
                </a:lnTo>
                <a:lnTo>
                  <a:pt x="1688833" y="239527"/>
                </a:lnTo>
                <a:cubicBezTo>
                  <a:pt x="1754977" y="173383"/>
                  <a:pt x="1754977" y="66144"/>
                  <a:pt x="1688833" y="0"/>
                </a:cubicBezTo>
                <a:lnTo>
                  <a:pt x="2003280" y="314448"/>
                </a:lnTo>
                <a:cubicBezTo>
                  <a:pt x="2069424" y="380592"/>
                  <a:pt x="2069424" y="487832"/>
                  <a:pt x="2003280" y="553975"/>
                </a:cubicBezTo>
                <a:lnTo>
                  <a:pt x="1739614" y="817235"/>
                </a:lnTo>
                <a:lnTo>
                  <a:pt x="1738854" y="816475"/>
                </a:lnTo>
                <a:lnTo>
                  <a:pt x="509099" y="204433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5400" rotWithShape="0" algn="t" dir="54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7" name="Google Shape;397;p6"/>
          <p:cNvGrpSpPr/>
          <p:nvPr/>
        </p:nvGrpSpPr>
        <p:grpSpPr>
          <a:xfrm>
            <a:off x="1477639" y="4807042"/>
            <a:ext cx="246081" cy="297264"/>
            <a:chOff x="810583" y="3002376"/>
            <a:chExt cx="2962062" cy="3578146"/>
          </a:xfrm>
        </p:grpSpPr>
        <p:sp>
          <p:nvSpPr>
            <p:cNvPr id="398" name="Google Shape;398;p6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6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6"/>
          <p:cNvSpPr txBox="1"/>
          <p:nvPr/>
        </p:nvSpPr>
        <p:spPr>
          <a:xfrm>
            <a:off x="1864354" y="2841469"/>
            <a:ext cx="15356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2012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4507035" y="2672869"/>
            <a:ext cx="7239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8% da população vegetariana</a:t>
            </a:r>
            <a:endParaRPr b="1" sz="16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"/>
          <p:cNvSpPr txBox="1"/>
          <p:nvPr/>
        </p:nvSpPr>
        <p:spPr>
          <a:xfrm>
            <a:off x="1794246" y="3827101"/>
            <a:ext cx="15356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"/>
          <p:cNvSpPr txBox="1"/>
          <p:nvPr/>
        </p:nvSpPr>
        <p:spPr>
          <a:xfrm>
            <a:off x="4507034" y="4602617"/>
            <a:ext cx="7239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14% da população vegetariana</a:t>
            </a:r>
            <a:endParaRPr b="1" sz="16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"/>
          <p:cNvSpPr txBox="1"/>
          <p:nvPr/>
        </p:nvSpPr>
        <p:spPr>
          <a:xfrm>
            <a:off x="9347044" y="6544079"/>
            <a:ext cx="7239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FONTES: IBGE e ESTADÃO.</a:t>
            </a:r>
            <a:endParaRPr b="1" sz="16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"/>
          <p:cNvSpPr txBox="1"/>
          <p:nvPr/>
        </p:nvSpPr>
        <p:spPr>
          <a:xfrm>
            <a:off x="1759128" y="4769925"/>
            <a:ext cx="15356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6"/>
          <p:cNvGrpSpPr/>
          <p:nvPr/>
        </p:nvGrpSpPr>
        <p:grpSpPr>
          <a:xfrm>
            <a:off x="4507035" y="3627610"/>
            <a:ext cx="7239604" cy="545565"/>
            <a:chOff x="270024" y="1671305"/>
            <a:chExt cx="6366388" cy="551021"/>
          </a:xfrm>
        </p:grpSpPr>
        <p:sp>
          <p:nvSpPr>
            <p:cNvPr id="409" name="Google Shape;409;p6"/>
            <p:cNvSpPr txBox="1"/>
            <p:nvPr/>
          </p:nvSpPr>
          <p:spPr>
            <a:xfrm>
              <a:off x="270025" y="1911471"/>
              <a:ext cx="6366386" cy="310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Estima-se que 5 milhões de pessoas sejam veganas no Brasil.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"/>
            <p:cNvSpPr txBox="1"/>
            <p:nvPr/>
          </p:nvSpPr>
          <p:spPr>
            <a:xfrm>
              <a:off x="270024" y="1671305"/>
              <a:ext cx="6366388" cy="341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40% de crescimento no Mercado vegano</a:t>
              </a:r>
              <a:endParaRPr b="1" sz="16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"/>
          <p:cNvSpPr txBox="1"/>
          <p:nvPr>
            <p:ph idx="1" type="body"/>
          </p:nvPr>
        </p:nvSpPr>
        <p:spPr>
          <a:xfrm>
            <a:off x="10854" y="344986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/>
              <a:t>Busca por alimentação saudável</a:t>
            </a:r>
            <a:endParaRPr sz="6000"/>
          </a:p>
        </p:txBody>
      </p:sp>
      <p:sp>
        <p:nvSpPr>
          <p:cNvPr id="416" name="Google Shape;416;p7"/>
          <p:cNvSpPr/>
          <p:nvPr/>
        </p:nvSpPr>
        <p:spPr>
          <a:xfrm>
            <a:off x="5240725" y="3147955"/>
            <a:ext cx="1695716" cy="169571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E2E2E2"/>
              </a:gs>
            </a:gsLst>
            <a:lin ang="16800000" scaled="0"/>
          </a:gra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5400" rotWithShape="0" algn="tr" dir="8100000" dist="127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7"/>
          <p:cNvGrpSpPr/>
          <p:nvPr/>
        </p:nvGrpSpPr>
        <p:grpSpPr>
          <a:xfrm>
            <a:off x="4602123" y="2569705"/>
            <a:ext cx="1511418" cy="1434380"/>
            <a:chOff x="2646547" y="1829194"/>
            <a:chExt cx="1925455" cy="1827312"/>
          </a:xfrm>
        </p:grpSpPr>
        <p:sp>
          <p:nvSpPr>
            <p:cNvPr id="418" name="Google Shape;418;p7"/>
            <p:cNvSpPr/>
            <p:nvPr/>
          </p:nvSpPr>
          <p:spPr>
            <a:xfrm rot="-5400000">
              <a:off x="3658606" y="1845368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7"/>
            <p:cNvSpPr/>
            <p:nvPr/>
          </p:nvSpPr>
          <p:spPr>
            <a:xfrm rot="-8166758">
              <a:off x="2827731" y="2562370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7"/>
          <p:cNvSpPr/>
          <p:nvPr/>
        </p:nvSpPr>
        <p:spPr>
          <a:xfrm rot="10800000">
            <a:off x="4697189" y="3991688"/>
            <a:ext cx="729682" cy="704290"/>
          </a:xfrm>
          <a:custGeom>
            <a:rect b="b" l="l" r="r" t="t"/>
            <a:pathLst>
              <a:path extrusionOk="0" h="897222" w="929571">
                <a:moveTo>
                  <a:pt x="929571" y="731682"/>
                </a:moveTo>
                <a:lnTo>
                  <a:pt x="929571" y="897222"/>
                </a:lnTo>
                <a:lnTo>
                  <a:pt x="442770" y="897222"/>
                </a:lnTo>
                <a:lnTo>
                  <a:pt x="298754" y="897222"/>
                </a:lnTo>
                <a:lnTo>
                  <a:pt x="274103" y="897222"/>
                </a:lnTo>
                <a:cubicBezTo>
                  <a:pt x="274103" y="613647"/>
                  <a:pt x="176652" y="340818"/>
                  <a:pt x="0" y="123903"/>
                </a:cubicBezTo>
                <a:lnTo>
                  <a:pt x="116909" y="0"/>
                </a:lnTo>
                <a:cubicBezTo>
                  <a:pt x="291351" y="207479"/>
                  <a:pt x="400795" y="461979"/>
                  <a:pt x="432150" y="73168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"/>
          <p:cNvSpPr/>
          <p:nvPr/>
        </p:nvSpPr>
        <p:spPr>
          <a:xfrm rot="8033242">
            <a:off x="5260011" y="4643897"/>
            <a:ext cx="729683" cy="704289"/>
          </a:xfrm>
          <a:custGeom>
            <a:rect b="b" l="l" r="r" t="t"/>
            <a:pathLst>
              <a:path extrusionOk="0" h="897222" w="929571">
                <a:moveTo>
                  <a:pt x="929571" y="731682"/>
                </a:moveTo>
                <a:lnTo>
                  <a:pt x="929571" y="897222"/>
                </a:lnTo>
                <a:lnTo>
                  <a:pt x="442770" y="897222"/>
                </a:lnTo>
                <a:lnTo>
                  <a:pt x="298754" y="897222"/>
                </a:lnTo>
                <a:lnTo>
                  <a:pt x="274103" y="897222"/>
                </a:lnTo>
                <a:cubicBezTo>
                  <a:pt x="274103" y="613647"/>
                  <a:pt x="176652" y="340818"/>
                  <a:pt x="0" y="123903"/>
                </a:cubicBezTo>
                <a:lnTo>
                  <a:pt x="116909" y="0"/>
                </a:lnTo>
                <a:cubicBezTo>
                  <a:pt x="291351" y="207479"/>
                  <a:pt x="400795" y="461979"/>
                  <a:pt x="432150" y="73168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7"/>
          <p:cNvGrpSpPr/>
          <p:nvPr/>
        </p:nvGrpSpPr>
        <p:grpSpPr>
          <a:xfrm rot="10800000">
            <a:off x="6118426" y="3993962"/>
            <a:ext cx="1511418" cy="1434380"/>
            <a:chOff x="2646547" y="1829194"/>
            <a:chExt cx="1925455" cy="1827312"/>
          </a:xfrm>
        </p:grpSpPr>
        <p:sp>
          <p:nvSpPr>
            <p:cNvPr id="423" name="Google Shape;423;p7"/>
            <p:cNvSpPr/>
            <p:nvPr/>
          </p:nvSpPr>
          <p:spPr>
            <a:xfrm rot="-5400000">
              <a:off x="3658606" y="1845368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7"/>
            <p:cNvSpPr/>
            <p:nvPr/>
          </p:nvSpPr>
          <p:spPr>
            <a:xfrm rot="-8166758">
              <a:off x="2827731" y="2562370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7"/>
          <p:cNvGrpSpPr/>
          <p:nvPr/>
        </p:nvGrpSpPr>
        <p:grpSpPr>
          <a:xfrm rot="5400000">
            <a:off x="6071829" y="2518789"/>
            <a:ext cx="1511419" cy="1434380"/>
            <a:chOff x="2646547" y="1829194"/>
            <a:chExt cx="1925455" cy="1827312"/>
          </a:xfrm>
        </p:grpSpPr>
        <p:sp>
          <p:nvSpPr>
            <p:cNvPr id="426" name="Google Shape;426;p7"/>
            <p:cNvSpPr/>
            <p:nvPr/>
          </p:nvSpPr>
          <p:spPr>
            <a:xfrm rot="-5400000">
              <a:off x="3658606" y="1845368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7"/>
            <p:cNvSpPr/>
            <p:nvPr/>
          </p:nvSpPr>
          <p:spPr>
            <a:xfrm rot="-8166758">
              <a:off x="2827731" y="2562370"/>
              <a:ext cx="929571" cy="897222"/>
            </a:xfrm>
            <a:custGeom>
              <a:rect b="b" l="l" r="r" t="t"/>
              <a:pathLst>
                <a:path extrusionOk="0" h="897222" w="929571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7"/>
          <p:cNvSpPr/>
          <p:nvPr/>
        </p:nvSpPr>
        <p:spPr>
          <a:xfrm>
            <a:off x="5761395" y="1954137"/>
            <a:ext cx="563019" cy="5630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4529845" y="2498948"/>
            <a:ext cx="563019" cy="5630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4039103" y="3780813"/>
            <a:ext cx="563019" cy="5630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4641869" y="5016038"/>
            <a:ext cx="563019" cy="5630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5907550" y="5485820"/>
            <a:ext cx="563019" cy="5630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7139841" y="4940088"/>
            <a:ext cx="563019" cy="5630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7642132" y="3639544"/>
            <a:ext cx="563019" cy="5630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7040894" y="2398382"/>
            <a:ext cx="563019" cy="5630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7"/>
          <p:cNvGrpSpPr/>
          <p:nvPr/>
        </p:nvGrpSpPr>
        <p:grpSpPr>
          <a:xfrm>
            <a:off x="7785078" y="2317855"/>
            <a:ext cx="2966597" cy="775070"/>
            <a:chOff x="4965551" y="1783849"/>
            <a:chExt cx="1780587" cy="775070"/>
          </a:xfrm>
        </p:grpSpPr>
        <p:sp>
          <p:nvSpPr>
            <p:cNvPr id="437" name="Google Shape;437;p7"/>
            <p:cNvSpPr txBox="1"/>
            <p:nvPr/>
          </p:nvSpPr>
          <p:spPr>
            <a:xfrm>
              <a:off x="4965551" y="2035699"/>
              <a:ext cx="17805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40% se informavam por meio da internet 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"/>
            <p:cNvSpPr txBox="1"/>
            <p:nvPr/>
          </p:nvSpPr>
          <p:spPr>
            <a:xfrm>
              <a:off x="4965551" y="1783849"/>
              <a:ext cx="1780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2017</a:t>
              </a:r>
              <a:endParaRPr b="1" sz="12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7"/>
          <p:cNvGrpSpPr/>
          <p:nvPr/>
        </p:nvGrpSpPr>
        <p:grpSpPr>
          <a:xfrm>
            <a:off x="8398432" y="3587516"/>
            <a:ext cx="2966597" cy="558060"/>
            <a:chOff x="4965551" y="1783849"/>
            <a:chExt cx="1780587" cy="558060"/>
          </a:xfrm>
        </p:grpSpPr>
        <p:sp>
          <p:nvSpPr>
            <p:cNvPr id="440" name="Google Shape;440;p7"/>
            <p:cNvSpPr txBox="1"/>
            <p:nvPr/>
          </p:nvSpPr>
          <p:spPr>
            <a:xfrm>
              <a:off x="4965551" y="2034132"/>
              <a:ext cx="17805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24% por meio da televisão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"/>
            <p:cNvSpPr txBox="1"/>
            <p:nvPr/>
          </p:nvSpPr>
          <p:spPr>
            <a:xfrm>
              <a:off x="4965551" y="1783849"/>
              <a:ext cx="17805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2017</a:t>
              </a:r>
              <a:endParaRPr b="1" sz="14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" name="Google Shape;442;p7"/>
          <p:cNvGrpSpPr/>
          <p:nvPr/>
        </p:nvGrpSpPr>
        <p:grpSpPr>
          <a:xfrm>
            <a:off x="7875413" y="4892924"/>
            <a:ext cx="2966597" cy="799257"/>
            <a:chOff x="4965551" y="1783849"/>
            <a:chExt cx="1780587" cy="799257"/>
          </a:xfrm>
        </p:grpSpPr>
        <p:sp>
          <p:nvSpPr>
            <p:cNvPr id="443" name="Google Shape;443;p7"/>
            <p:cNvSpPr txBox="1"/>
            <p:nvPr/>
          </p:nvSpPr>
          <p:spPr>
            <a:xfrm>
              <a:off x="4965551" y="2059886"/>
              <a:ext cx="17805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18% buscavam médicos e nutricionistas.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7"/>
            <p:cNvSpPr txBox="1"/>
            <p:nvPr/>
          </p:nvSpPr>
          <p:spPr>
            <a:xfrm>
              <a:off x="4965551" y="1783849"/>
              <a:ext cx="1780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2017</a:t>
              </a:r>
              <a:endParaRPr b="1" sz="12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" name="Google Shape;445;p7"/>
          <p:cNvGrpSpPr/>
          <p:nvPr/>
        </p:nvGrpSpPr>
        <p:grpSpPr>
          <a:xfrm>
            <a:off x="1491649" y="2498948"/>
            <a:ext cx="2983091" cy="767322"/>
            <a:chOff x="4965551" y="1783849"/>
            <a:chExt cx="1780587" cy="767322"/>
          </a:xfrm>
        </p:grpSpPr>
        <p:sp>
          <p:nvSpPr>
            <p:cNvPr id="446" name="Google Shape;446;p7"/>
            <p:cNvSpPr txBox="1"/>
            <p:nvPr/>
          </p:nvSpPr>
          <p:spPr>
            <a:xfrm>
              <a:off x="4965551" y="2027951"/>
              <a:ext cx="17805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40% se informavam por meio da televisão.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7"/>
            <p:cNvSpPr txBox="1"/>
            <p:nvPr/>
          </p:nvSpPr>
          <p:spPr>
            <a:xfrm>
              <a:off x="4965551" y="1783849"/>
              <a:ext cx="1780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2010</a:t>
              </a:r>
              <a:endParaRPr b="1" sz="1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p7"/>
          <p:cNvGrpSpPr/>
          <p:nvPr/>
        </p:nvGrpSpPr>
        <p:grpSpPr>
          <a:xfrm>
            <a:off x="1602199" y="5057510"/>
            <a:ext cx="2998194" cy="598296"/>
            <a:chOff x="4957935" y="1732675"/>
            <a:chExt cx="1789602" cy="598296"/>
          </a:xfrm>
        </p:grpSpPr>
        <p:sp>
          <p:nvSpPr>
            <p:cNvPr id="449" name="Google Shape;449;p7"/>
            <p:cNvSpPr txBox="1"/>
            <p:nvPr/>
          </p:nvSpPr>
          <p:spPr>
            <a:xfrm>
              <a:off x="4966950" y="2023194"/>
              <a:ext cx="178058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19% buscavam a internet 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7"/>
            <p:cNvSpPr txBox="1"/>
            <p:nvPr/>
          </p:nvSpPr>
          <p:spPr>
            <a:xfrm>
              <a:off x="4957935" y="1732675"/>
              <a:ext cx="1780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2010</a:t>
              </a:r>
              <a:endParaRPr b="1" sz="12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7"/>
          <p:cNvGrpSpPr/>
          <p:nvPr/>
        </p:nvGrpSpPr>
        <p:grpSpPr>
          <a:xfrm>
            <a:off x="878813" y="3733649"/>
            <a:ext cx="2983091" cy="769584"/>
            <a:chOff x="4965551" y="1783849"/>
            <a:chExt cx="1780587" cy="769584"/>
          </a:xfrm>
        </p:grpSpPr>
        <p:sp>
          <p:nvSpPr>
            <p:cNvPr id="452" name="Google Shape;452;p7"/>
            <p:cNvSpPr txBox="1"/>
            <p:nvPr/>
          </p:nvSpPr>
          <p:spPr>
            <a:xfrm>
              <a:off x="4965551" y="2030213"/>
              <a:ext cx="17805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20% consultavam médicos e nuticionistas. </a:t>
              </a:r>
              <a:endParaRPr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7"/>
            <p:cNvSpPr txBox="1"/>
            <p:nvPr/>
          </p:nvSpPr>
          <p:spPr>
            <a:xfrm>
              <a:off x="4965551" y="1783849"/>
              <a:ext cx="17805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2010</a:t>
              </a:r>
              <a:endParaRPr b="1" sz="14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7"/>
          <p:cNvGrpSpPr/>
          <p:nvPr/>
        </p:nvGrpSpPr>
        <p:grpSpPr>
          <a:xfrm>
            <a:off x="5328106" y="3867331"/>
            <a:ext cx="1609952" cy="954107"/>
            <a:chOff x="4928400" y="1734208"/>
            <a:chExt cx="1996423" cy="954107"/>
          </a:xfrm>
        </p:grpSpPr>
        <p:sp>
          <p:nvSpPr>
            <p:cNvPr id="455" name="Google Shape;455;p7"/>
            <p:cNvSpPr txBox="1"/>
            <p:nvPr/>
          </p:nvSpPr>
          <p:spPr>
            <a:xfrm>
              <a:off x="4928400" y="1734208"/>
              <a:ext cx="1996423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E620C"/>
                  </a:solidFill>
                  <a:latin typeface="Arial"/>
                  <a:ea typeface="Arial"/>
                  <a:cs typeface="Arial"/>
                  <a:sym typeface="Arial"/>
                </a:rPr>
                <a:t>Porcentagem de busca sobre alimentação saudável:</a:t>
              </a:r>
              <a:endParaRPr b="1" sz="1400">
                <a:solidFill>
                  <a:srgbClr val="4E62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"/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7"/>
          <p:cNvSpPr/>
          <p:nvPr/>
        </p:nvSpPr>
        <p:spPr>
          <a:xfrm flipH="1">
            <a:off x="4671518" y="2630803"/>
            <a:ext cx="273822" cy="274499"/>
          </a:xfrm>
          <a:custGeom>
            <a:rect b="b" l="l" r="r" t="t"/>
            <a:pathLst>
              <a:path extrusionOk="0" h="3248012" w="3240000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"/>
          <p:cNvSpPr/>
          <p:nvPr/>
        </p:nvSpPr>
        <p:spPr>
          <a:xfrm rot="-5400000">
            <a:off x="7798068" y="3764072"/>
            <a:ext cx="265227" cy="316221"/>
          </a:xfrm>
          <a:custGeom>
            <a:rect b="b" l="l" r="r" t="t"/>
            <a:pathLst>
              <a:path extrusionOk="0" h="3228660" w="2708011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7288854" y="5083084"/>
            <a:ext cx="281290" cy="281290"/>
          </a:xfrm>
          <a:custGeom>
            <a:rect b="b" l="l" r="r" t="t"/>
            <a:pathLst>
              <a:path extrusionOk="0" h="3240000" w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7"/>
          <p:cNvGrpSpPr/>
          <p:nvPr/>
        </p:nvGrpSpPr>
        <p:grpSpPr>
          <a:xfrm>
            <a:off x="5863822" y="3205233"/>
            <a:ext cx="648851" cy="679876"/>
            <a:chOff x="-2765399" y="4679237"/>
            <a:chExt cx="2840668" cy="2976493"/>
          </a:xfrm>
        </p:grpSpPr>
        <p:sp>
          <p:nvSpPr>
            <p:cNvPr id="461" name="Google Shape;461;p7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p7"/>
          <p:cNvSpPr/>
          <p:nvPr/>
        </p:nvSpPr>
        <p:spPr>
          <a:xfrm>
            <a:off x="4772945" y="5168961"/>
            <a:ext cx="292744" cy="276438"/>
          </a:xfrm>
          <a:custGeom>
            <a:rect b="b" l="l" r="r" t="t"/>
            <a:pathLst>
              <a:path extrusionOk="0" h="3221116" w="3189723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4144072" y="3928843"/>
            <a:ext cx="332147" cy="285620"/>
          </a:xfrm>
          <a:custGeom>
            <a:rect b="b" l="l" r="r" t="t"/>
            <a:pathLst>
              <a:path extrusionOk="0" h="2730652" w="3240000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"/>
          <p:cNvSpPr/>
          <p:nvPr/>
        </p:nvSpPr>
        <p:spPr>
          <a:xfrm rot="-5400000">
            <a:off x="7136157" y="2474311"/>
            <a:ext cx="368322" cy="415954"/>
          </a:xfrm>
          <a:custGeom>
            <a:rect b="b" l="l" r="r" t="t"/>
            <a:pathLst>
              <a:path extrusionOk="0" h="3187558" w="3185463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5913679" y="2003204"/>
            <a:ext cx="283321" cy="409315"/>
          </a:xfrm>
          <a:custGeom>
            <a:rect b="b" l="l" r="r" t="t"/>
            <a:pathLst>
              <a:path extrusionOk="0" h="3200962" w="2215656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7"/>
          <p:cNvSpPr/>
          <p:nvPr/>
        </p:nvSpPr>
        <p:spPr>
          <a:xfrm>
            <a:off x="6018670" y="5527236"/>
            <a:ext cx="366471" cy="405794"/>
          </a:xfrm>
          <a:custGeom>
            <a:rect b="b" l="l" r="r" t="t"/>
            <a:pathLst>
              <a:path extrusionOk="0" h="3200962" w="2890784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9347044" y="6544079"/>
            <a:ext cx="72396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FONTE: EBC Agência Brasil.</a:t>
            </a:r>
            <a:endParaRPr b="1" sz="16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"/>
          <p:cNvSpPr/>
          <p:nvPr/>
        </p:nvSpPr>
        <p:spPr>
          <a:xfrm>
            <a:off x="3359695" y="3546000"/>
            <a:ext cx="5472607" cy="3312000"/>
          </a:xfrm>
          <a:prstGeom prst="rect">
            <a:avLst/>
          </a:prstGeom>
          <a:solidFill>
            <a:srgbClr val="87BE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 txBox="1"/>
          <p:nvPr/>
        </p:nvSpPr>
        <p:spPr>
          <a:xfrm>
            <a:off x="3911611" y="5288363"/>
            <a:ext cx="43687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 rot="10800000">
            <a:off x="8013938" y="3657275"/>
            <a:ext cx="720000" cy="720000"/>
          </a:xfrm>
          <a:prstGeom prst="rtTriangle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 txBox="1"/>
          <p:nvPr/>
        </p:nvSpPr>
        <p:spPr>
          <a:xfrm>
            <a:off x="5070000" y="6385520"/>
            <a:ext cx="205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"/>
          <p:cNvSpPr txBox="1"/>
          <p:nvPr/>
        </p:nvSpPr>
        <p:spPr>
          <a:xfrm>
            <a:off x="3359692" y="4365033"/>
            <a:ext cx="5472608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Prévia</a:t>
            </a:r>
            <a:endParaRPr b="1"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site</a:t>
            </a:r>
            <a:endParaRPr/>
          </a:p>
        </p:txBody>
      </p:sp>
      <p:pic>
        <p:nvPicPr>
          <p:cNvPr id="484" name="Google Shape;484;p8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559" r="23559" t="0"/>
          <a:stretch/>
        </p:blipFill>
        <p:spPr>
          <a:xfrm>
            <a:off x="0" y="0"/>
            <a:ext cx="3216000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85" name="Google Shape;485;p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5001" r="5001" t="0"/>
          <a:stretch/>
        </p:blipFill>
        <p:spPr>
          <a:xfrm>
            <a:off x="3359696" y="0"/>
            <a:ext cx="5472608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86" name="Google Shape;486;p8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0" l="22697" r="22697" t="0"/>
          <a:stretch/>
        </p:blipFill>
        <p:spPr>
          <a:xfrm>
            <a:off x="8832300" y="3568567"/>
            <a:ext cx="3359699" cy="3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87" name="Google Shape;487;p8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22697" r="22697" t="0"/>
          <a:stretch/>
        </p:blipFill>
        <p:spPr>
          <a:xfrm>
            <a:off x="0" y="3546000"/>
            <a:ext cx="3216000" cy="33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88" name="Google Shape;488;p8"/>
          <p:cNvPicPr preferRelativeResize="0"/>
          <p:nvPr>
            <p:ph idx="4" type="pic"/>
          </p:nvPr>
        </p:nvPicPr>
        <p:blipFill rotWithShape="1">
          <a:blip r:embed="rId7">
            <a:alphaModFix/>
          </a:blip>
          <a:srcRect b="0" l="23559" r="23559" t="0"/>
          <a:stretch/>
        </p:blipFill>
        <p:spPr>
          <a:xfrm>
            <a:off x="8976000" y="0"/>
            <a:ext cx="3216000" cy="34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"/>
          <p:cNvSpPr txBox="1"/>
          <p:nvPr>
            <p:ph idx="1" type="body"/>
          </p:nvPr>
        </p:nvSpPr>
        <p:spPr>
          <a:xfrm rot="-5400000">
            <a:off x="-1382129" y="1813587"/>
            <a:ext cx="4351421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b="1" lang="en-US"/>
              <a:t>Apresentação  Prática</a:t>
            </a:r>
            <a:endParaRPr b="1"/>
          </a:p>
        </p:txBody>
      </p:sp>
      <p:pic>
        <p:nvPicPr>
          <p:cNvPr id="494" name="Google Shape;4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5374" y="810588"/>
            <a:ext cx="5231891" cy="457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831" y="1002852"/>
            <a:ext cx="4900975" cy="300062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9"/>
          <p:cNvSpPr txBox="1"/>
          <p:nvPr/>
        </p:nvSpPr>
        <p:spPr>
          <a:xfrm>
            <a:off x="3700329" y="5121532"/>
            <a:ext cx="51219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Página Inicial do Site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"/>
          <p:cNvSpPr txBox="1"/>
          <p:nvPr>
            <p:ph idx="1" type="body"/>
          </p:nvPr>
        </p:nvSpPr>
        <p:spPr>
          <a:xfrm>
            <a:off x="-2495" y="391669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Conclusões</a:t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1851805" y="5086376"/>
            <a:ext cx="2812211" cy="940280"/>
          </a:xfrm>
          <a:custGeom>
            <a:rect b="b" l="l" r="r" t="t"/>
            <a:pathLst>
              <a:path extrusionOk="0" h="940280" w="2812211">
                <a:moveTo>
                  <a:pt x="2812211" y="0"/>
                </a:moveTo>
                <a:lnTo>
                  <a:pt x="1949570" y="940280"/>
                </a:lnTo>
                <a:lnTo>
                  <a:pt x="0" y="940280"/>
                </a:lnTo>
              </a:path>
            </a:pathLst>
          </a:custGeom>
          <a:noFill/>
          <a:ln cap="flat" cmpd="sng" w="50800">
            <a:solidFill>
              <a:srgbClr val="BE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 flipH="1" rot="10800000">
            <a:off x="7754468" y="5088516"/>
            <a:ext cx="2631057" cy="936000"/>
          </a:xfrm>
          <a:custGeom>
            <a:rect b="b" l="l" r="r" t="t"/>
            <a:pathLst>
              <a:path extrusionOk="0" h="793631" w="2631057">
                <a:moveTo>
                  <a:pt x="0" y="793631"/>
                </a:moveTo>
                <a:lnTo>
                  <a:pt x="603849" y="0"/>
                </a:lnTo>
                <a:lnTo>
                  <a:pt x="2631057" y="0"/>
                </a:lnTo>
              </a:path>
            </a:pathLst>
          </a:custGeom>
          <a:noFill/>
          <a:ln cap="flat" cmpd="sng" w="47625">
            <a:solidFill>
              <a:srgbClr val="BE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 rot="-1956785">
            <a:off x="6263033" y="2118943"/>
            <a:ext cx="2374296" cy="1768833"/>
          </a:xfrm>
          <a:custGeom>
            <a:rect b="b" l="l" r="r" t="t"/>
            <a:pathLst>
              <a:path extrusionOk="0" h="1768833" w="2374296">
                <a:moveTo>
                  <a:pt x="2122319" y="274160"/>
                </a:moveTo>
                <a:cubicBezTo>
                  <a:pt x="2279947" y="434566"/>
                  <a:pt x="2376382" y="655105"/>
                  <a:pt x="2374262" y="897757"/>
                </a:cubicBezTo>
                <a:cubicBezTo>
                  <a:pt x="2370023" y="1383058"/>
                  <a:pt x="1973171" y="1773038"/>
                  <a:pt x="1487868" y="1768799"/>
                </a:cubicBezTo>
                <a:lnTo>
                  <a:pt x="244916" y="1757941"/>
                </a:lnTo>
                <a:cubicBezTo>
                  <a:pt x="243021" y="1760093"/>
                  <a:pt x="240936" y="1760194"/>
                  <a:pt x="238844" y="1760193"/>
                </a:cubicBezTo>
                <a:lnTo>
                  <a:pt x="232478" y="1757834"/>
                </a:lnTo>
                <a:lnTo>
                  <a:pt x="215240" y="1757683"/>
                </a:lnTo>
                <a:lnTo>
                  <a:pt x="215239" y="1757682"/>
                </a:lnTo>
                <a:lnTo>
                  <a:pt x="215233" y="1757683"/>
                </a:lnTo>
                <a:lnTo>
                  <a:pt x="215233" y="1757679"/>
                </a:lnTo>
                <a:lnTo>
                  <a:pt x="200021" y="1745799"/>
                </a:lnTo>
                <a:cubicBezTo>
                  <a:pt x="85924" y="1677713"/>
                  <a:pt x="0" y="1316657"/>
                  <a:pt x="0" y="881792"/>
                </a:cubicBezTo>
                <a:cubicBezTo>
                  <a:pt x="0" y="483215"/>
                  <a:pt x="72182" y="146639"/>
                  <a:pt x="172783" y="42438"/>
                </a:cubicBezTo>
                <a:cubicBezTo>
                  <a:pt x="191110" y="13973"/>
                  <a:pt x="217565" y="-2559"/>
                  <a:pt x="239494" y="324"/>
                </a:cubicBezTo>
                <a:lnTo>
                  <a:pt x="1503219" y="11362"/>
                </a:lnTo>
                <a:cubicBezTo>
                  <a:pt x="1745871" y="13482"/>
                  <a:pt x="1964691" y="113754"/>
                  <a:pt x="2122319" y="274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10"/>
          <p:cNvGrpSpPr/>
          <p:nvPr/>
        </p:nvGrpSpPr>
        <p:grpSpPr>
          <a:xfrm rot="-800650">
            <a:off x="3260022" y="1570158"/>
            <a:ext cx="2845741" cy="2845742"/>
            <a:chOff x="1563468" y="1530992"/>
            <a:chExt cx="2845741" cy="2845742"/>
          </a:xfrm>
        </p:grpSpPr>
        <p:sp>
          <p:nvSpPr>
            <p:cNvPr id="506" name="Google Shape;506;p10"/>
            <p:cNvSpPr/>
            <p:nvPr/>
          </p:nvSpPr>
          <p:spPr>
            <a:xfrm rot="-2700000">
              <a:off x="2066735" y="1837293"/>
              <a:ext cx="1757503" cy="2151435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0"/>
            <p:cNvSpPr/>
            <p:nvPr/>
          </p:nvSpPr>
          <p:spPr>
            <a:xfrm rot="2700000">
              <a:off x="3590577" y="2794901"/>
              <a:ext cx="231105" cy="1757506"/>
            </a:xfrm>
            <a:prstGeom prst="ellipse">
              <a:avLst/>
            </a:prstGeom>
            <a:solidFill>
              <a:srgbClr val="3C5D1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3772518" y="2689048"/>
            <a:ext cx="2010985" cy="738664"/>
            <a:chOff x="1214510" y="3404416"/>
            <a:chExt cx="2409910" cy="812532"/>
          </a:xfrm>
        </p:grpSpPr>
        <p:sp>
          <p:nvSpPr>
            <p:cNvPr id="509" name="Google Shape;509;p10"/>
            <p:cNvSpPr txBox="1"/>
            <p:nvPr/>
          </p:nvSpPr>
          <p:spPr>
            <a:xfrm>
              <a:off x="1214510" y="3404416"/>
              <a:ext cx="2111347" cy="812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 QUE NOS LEVOU A REALIZAÇÃO DO TRABALHO</a:t>
              </a:r>
              <a:endParaRPr b="1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1506333" y="3631529"/>
              <a:ext cx="2118087" cy="304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10"/>
          <p:cNvSpPr txBox="1"/>
          <p:nvPr/>
        </p:nvSpPr>
        <p:spPr>
          <a:xfrm>
            <a:off x="6511495" y="2688948"/>
            <a:ext cx="186688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APRENDEMOS COM O MESMO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8453810" y="4795079"/>
            <a:ext cx="32410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mesmo foi muito importante para nosso aprendizado e maior aprofundamento nas matérias estudadas ao longo do curso e também para entendermos melhor que com o companherismo podemos ter melhores resultados</a:t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834946" y="5205598"/>
            <a:ext cx="28122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Esse projeto foi pensado inicialmente para facilitar aqueles que estão em busca de uma alimentação saudável, vegana ou vegetariana</a:t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0"/>
          <p:cNvSpPr/>
          <p:nvPr/>
        </p:nvSpPr>
        <p:spPr>
          <a:xfrm rot="1376371">
            <a:off x="5277422" y="4810166"/>
            <a:ext cx="467510" cy="376861"/>
          </a:xfrm>
          <a:custGeom>
            <a:rect b="b" l="l" r="r" t="t"/>
            <a:pathLst>
              <a:path extrusionOk="0" h="1369652" w="1699104">
                <a:moveTo>
                  <a:pt x="1426018" y="100"/>
                </a:moveTo>
                <a:cubicBezTo>
                  <a:pt x="1538052" y="-1238"/>
                  <a:pt x="1521372" y="676489"/>
                  <a:pt x="905616" y="806363"/>
                </a:cubicBezTo>
                <a:cubicBezTo>
                  <a:pt x="615918" y="859803"/>
                  <a:pt x="247425" y="663322"/>
                  <a:pt x="283242" y="523532"/>
                </a:cubicBezTo>
                <a:cubicBezTo>
                  <a:pt x="295726" y="486047"/>
                  <a:pt x="248406" y="473678"/>
                  <a:pt x="222649" y="437351"/>
                </a:cubicBezTo>
                <a:lnTo>
                  <a:pt x="229092" y="431928"/>
                </a:lnTo>
                <a:lnTo>
                  <a:pt x="214241" y="431928"/>
                </a:lnTo>
                <a:lnTo>
                  <a:pt x="219121" y="466941"/>
                </a:lnTo>
                <a:cubicBezTo>
                  <a:pt x="244983" y="601662"/>
                  <a:pt x="334031" y="752109"/>
                  <a:pt x="726011" y="922236"/>
                </a:cubicBezTo>
                <a:cubicBezTo>
                  <a:pt x="1154486" y="1061180"/>
                  <a:pt x="1595961" y="678971"/>
                  <a:pt x="1670649" y="741110"/>
                </a:cubicBezTo>
                <a:cubicBezTo>
                  <a:pt x="1796893" y="821695"/>
                  <a:pt x="1518097" y="1557237"/>
                  <a:pt x="531731" y="1324252"/>
                </a:cubicBezTo>
                <a:cubicBezTo>
                  <a:pt x="208334" y="1231723"/>
                  <a:pt x="-112945" y="851176"/>
                  <a:pt x="91918" y="541992"/>
                </a:cubicBezTo>
                <a:cubicBezTo>
                  <a:pt x="120456" y="512888"/>
                  <a:pt x="123138" y="500113"/>
                  <a:pt x="120379" y="467947"/>
                </a:cubicBezTo>
                <a:lnTo>
                  <a:pt x="116938" y="431928"/>
                </a:lnTo>
                <a:lnTo>
                  <a:pt x="33060" y="431928"/>
                </a:lnTo>
                <a:cubicBezTo>
                  <a:pt x="14802" y="431928"/>
                  <a:pt x="0" y="417126"/>
                  <a:pt x="0" y="398866"/>
                </a:cubicBezTo>
                <a:lnTo>
                  <a:pt x="0" y="295655"/>
                </a:lnTo>
                <a:cubicBezTo>
                  <a:pt x="0" y="277396"/>
                  <a:pt x="14802" y="262594"/>
                  <a:pt x="33060" y="262594"/>
                </a:cubicBezTo>
                <a:lnTo>
                  <a:pt x="303652" y="262594"/>
                </a:lnTo>
                <a:cubicBezTo>
                  <a:pt x="321912" y="262594"/>
                  <a:pt x="336714" y="277396"/>
                  <a:pt x="336714" y="295655"/>
                </a:cubicBezTo>
                <a:lnTo>
                  <a:pt x="336714" y="398866"/>
                </a:lnTo>
                <a:cubicBezTo>
                  <a:pt x="336714" y="407996"/>
                  <a:pt x="333014" y="416262"/>
                  <a:pt x="327031" y="422244"/>
                </a:cubicBezTo>
                <a:lnTo>
                  <a:pt x="318665" y="425709"/>
                </a:lnTo>
                <a:lnTo>
                  <a:pt x="320999" y="428452"/>
                </a:lnTo>
                <a:cubicBezTo>
                  <a:pt x="391696" y="499969"/>
                  <a:pt x="533781" y="563301"/>
                  <a:pt x="854625" y="512079"/>
                </a:cubicBezTo>
                <a:cubicBezTo>
                  <a:pt x="1189479" y="428452"/>
                  <a:pt x="1354858" y="-7609"/>
                  <a:pt x="1426018" y="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10"/>
          <p:cNvGrpSpPr/>
          <p:nvPr/>
        </p:nvGrpSpPr>
        <p:grpSpPr>
          <a:xfrm>
            <a:off x="5901201" y="4545293"/>
            <a:ext cx="670280" cy="702328"/>
            <a:chOff x="-2765399" y="4679237"/>
            <a:chExt cx="2840668" cy="2976493"/>
          </a:xfrm>
        </p:grpSpPr>
        <p:sp>
          <p:nvSpPr>
            <p:cNvPr id="516" name="Google Shape;516;p10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10"/>
          <p:cNvGrpSpPr/>
          <p:nvPr/>
        </p:nvGrpSpPr>
        <p:grpSpPr>
          <a:xfrm rot="2383977">
            <a:off x="5862828" y="5637759"/>
            <a:ext cx="312356" cy="649134"/>
            <a:chOff x="-302912" y="4952296"/>
            <a:chExt cx="1641015" cy="3410347"/>
          </a:xfrm>
        </p:grpSpPr>
        <p:sp>
          <p:nvSpPr>
            <p:cNvPr id="525" name="Google Shape;525;p10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0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0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10"/>
          <p:cNvGrpSpPr/>
          <p:nvPr/>
        </p:nvGrpSpPr>
        <p:grpSpPr>
          <a:xfrm rot="1800000">
            <a:off x="6618438" y="4519311"/>
            <a:ext cx="452713" cy="674932"/>
            <a:chOff x="1443647" y="5941692"/>
            <a:chExt cx="999933" cy="1490762"/>
          </a:xfrm>
        </p:grpSpPr>
        <p:sp>
          <p:nvSpPr>
            <p:cNvPr id="530" name="Google Shape;530;p10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5641534" y="5191421"/>
            <a:ext cx="425578" cy="549941"/>
            <a:chOff x="8486169" y="3185232"/>
            <a:chExt cx="1293157" cy="1671049"/>
          </a:xfrm>
        </p:grpSpPr>
        <p:sp>
          <p:nvSpPr>
            <p:cNvPr id="533" name="Google Shape;533;p10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0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0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10"/>
          <p:cNvGrpSpPr/>
          <p:nvPr/>
        </p:nvGrpSpPr>
        <p:grpSpPr>
          <a:xfrm rot="-1800000">
            <a:off x="5447261" y="4099776"/>
            <a:ext cx="494893" cy="567112"/>
            <a:chOff x="3434152" y="230276"/>
            <a:chExt cx="5117562" cy="5864346"/>
          </a:xfrm>
        </p:grpSpPr>
        <p:sp>
          <p:nvSpPr>
            <p:cNvPr id="538" name="Google Shape;538;p10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0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0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10"/>
          <p:cNvGrpSpPr/>
          <p:nvPr/>
        </p:nvGrpSpPr>
        <p:grpSpPr>
          <a:xfrm>
            <a:off x="6370505" y="4093288"/>
            <a:ext cx="371819" cy="493440"/>
            <a:chOff x="4494569" y="152884"/>
            <a:chExt cx="4120238" cy="5467955"/>
          </a:xfrm>
        </p:grpSpPr>
        <p:sp>
          <p:nvSpPr>
            <p:cNvPr id="544" name="Google Shape;544;p10"/>
            <p:cNvSpPr/>
            <p:nvPr/>
          </p:nvSpPr>
          <p:spPr>
            <a:xfrm>
              <a:off x="4494569" y="1657147"/>
              <a:ext cx="4120238" cy="3963692"/>
            </a:xfrm>
            <a:custGeom>
              <a:rect b="b" l="l" r="r" t="t"/>
              <a:pathLst>
                <a:path extrusionOk="0" h="2717027" w="2824332">
                  <a:moveTo>
                    <a:pt x="700429" y="78908"/>
                  </a:moveTo>
                  <a:cubicBezTo>
                    <a:pt x="1280281" y="-130034"/>
                    <a:pt x="1243598" y="137911"/>
                    <a:pt x="1538605" y="174709"/>
                  </a:cubicBezTo>
                  <a:cubicBezTo>
                    <a:pt x="1833612" y="211507"/>
                    <a:pt x="2005673" y="3206"/>
                    <a:pt x="2470472" y="299697"/>
                  </a:cubicBezTo>
                  <a:cubicBezTo>
                    <a:pt x="2672624" y="460001"/>
                    <a:pt x="2826072" y="810217"/>
                    <a:pt x="2824318" y="1240165"/>
                  </a:cubicBezTo>
                  <a:cubicBezTo>
                    <a:pt x="2821304" y="1979012"/>
                    <a:pt x="2363222" y="2982394"/>
                    <a:pt x="1412159" y="2652324"/>
                  </a:cubicBezTo>
                  <a:cubicBezTo>
                    <a:pt x="302174" y="2872372"/>
                    <a:pt x="0" y="2020079"/>
                    <a:pt x="0" y="1240165"/>
                  </a:cubicBezTo>
                  <a:cubicBezTo>
                    <a:pt x="0" y="752719"/>
                    <a:pt x="217788" y="313228"/>
                    <a:pt x="700429" y="789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6612967" y="749435"/>
              <a:ext cx="619195" cy="1253635"/>
            </a:xfrm>
            <a:custGeom>
              <a:rect b="b" l="l" r="r" t="t"/>
              <a:pathLst>
                <a:path extrusionOk="0" h="720359" w="639363">
                  <a:moveTo>
                    <a:pt x="0" y="720359"/>
                  </a:moveTo>
                  <a:cubicBezTo>
                    <a:pt x="55871" y="604133"/>
                    <a:pt x="-123074" y="234012"/>
                    <a:pt x="624660" y="0"/>
                  </a:cubicBezTo>
                  <a:lnTo>
                    <a:pt x="639363" y="70891"/>
                  </a:lnTo>
                  <a:cubicBezTo>
                    <a:pt x="171667" y="192706"/>
                    <a:pt x="225241" y="535080"/>
                    <a:pt x="289436" y="697358"/>
                  </a:cubicBezTo>
                  <a:cubicBezTo>
                    <a:pt x="222351" y="707300"/>
                    <a:pt x="67085" y="710417"/>
                    <a:pt x="0" y="7203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0"/>
            <p:cNvSpPr/>
            <p:nvPr/>
          </p:nvSpPr>
          <p:spPr>
            <a:xfrm flipH="1" rot="673055">
              <a:off x="5003325" y="302151"/>
              <a:ext cx="1652805" cy="1203624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" name="Google Shape;547;p10"/>
          <p:cNvGrpSpPr/>
          <p:nvPr/>
        </p:nvGrpSpPr>
        <p:grpSpPr>
          <a:xfrm>
            <a:off x="6182547" y="5205598"/>
            <a:ext cx="437679" cy="528712"/>
            <a:chOff x="810583" y="3002376"/>
            <a:chExt cx="2962062" cy="3578146"/>
          </a:xfrm>
        </p:grpSpPr>
        <p:sp>
          <p:nvSpPr>
            <p:cNvPr id="548" name="Google Shape;548;p10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0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10"/>
          <p:cNvGrpSpPr/>
          <p:nvPr/>
        </p:nvGrpSpPr>
        <p:grpSpPr>
          <a:xfrm>
            <a:off x="5816172" y="3593045"/>
            <a:ext cx="504572" cy="504572"/>
            <a:chOff x="847837" y="4367156"/>
            <a:chExt cx="1901842" cy="1901842"/>
          </a:xfrm>
        </p:grpSpPr>
        <p:sp>
          <p:nvSpPr>
            <p:cNvPr id="553" name="Google Shape;553;p10"/>
            <p:cNvSpPr/>
            <p:nvPr/>
          </p:nvSpPr>
          <p:spPr>
            <a:xfrm>
              <a:off x="1025650" y="4550276"/>
              <a:ext cx="1546216" cy="1535602"/>
            </a:xfrm>
            <a:custGeom>
              <a:rect b="b" l="l" r="r" t="t"/>
              <a:pathLst>
                <a:path extrusionOk="0" h="1535602" w="1546216">
                  <a:moveTo>
                    <a:pt x="773108" y="812220"/>
                  </a:moveTo>
                  <a:lnTo>
                    <a:pt x="1014235" y="1535602"/>
                  </a:lnTo>
                  <a:lnTo>
                    <a:pt x="531981" y="1535602"/>
                  </a:lnTo>
                  <a:close/>
                  <a:moveTo>
                    <a:pt x="812454" y="794439"/>
                  </a:moveTo>
                  <a:lnTo>
                    <a:pt x="1485297" y="1153195"/>
                  </a:lnTo>
                  <a:lnTo>
                    <a:pt x="1135476" y="1485150"/>
                  </a:lnTo>
                  <a:close/>
                  <a:moveTo>
                    <a:pt x="735369" y="794439"/>
                  </a:moveTo>
                  <a:lnTo>
                    <a:pt x="412347" y="1485150"/>
                  </a:lnTo>
                  <a:lnTo>
                    <a:pt x="62526" y="1153195"/>
                  </a:lnTo>
                  <a:close/>
                  <a:moveTo>
                    <a:pt x="1546216" y="528939"/>
                  </a:moveTo>
                  <a:lnTo>
                    <a:pt x="1546216" y="1011193"/>
                  </a:lnTo>
                  <a:lnTo>
                    <a:pt x="822834" y="770066"/>
                  </a:lnTo>
                  <a:close/>
                  <a:moveTo>
                    <a:pt x="0" y="528939"/>
                  </a:moveTo>
                  <a:lnTo>
                    <a:pt x="723382" y="770066"/>
                  </a:lnTo>
                  <a:lnTo>
                    <a:pt x="0" y="1011193"/>
                  </a:lnTo>
                  <a:close/>
                  <a:moveTo>
                    <a:pt x="1152010" y="61443"/>
                  </a:moveTo>
                  <a:lnTo>
                    <a:pt x="1491031" y="404420"/>
                  </a:lnTo>
                  <a:lnTo>
                    <a:pt x="807054" y="741464"/>
                  </a:lnTo>
                  <a:close/>
                  <a:moveTo>
                    <a:pt x="395813" y="61443"/>
                  </a:moveTo>
                  <a:lnTo>
                    <a:pt x="740769" y="741464"/>
                  </a:lnTo>
                  <a:lnTo>
                    <a:pt x="56792" y="404420"/>
                  </a:lnTo>
                  <a:close/>
                  <a:moveTo>
                    <a:pt x="531981" y="0"/>
                  </a:moveTo>
                  <a:lnTo>
                    <a:pt x="1014235" y="0"/>
                  </a:lnTo>
                  <a:lnTo>
                    <a:pt x="773108" y="7233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847837" y="4367156"/>
              <a:ext cx="1901842" cy="1901842"/>
            </a:xfrm>
            <a:prstGeom prst="donut">
              <a:avLst>
                <a:gd fmla="val 323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11"/>
          <p:cNvGrpSpPr/>
          <p:nvPr/>
        </p:nvGrpSpPr>
        <p:grpSpPr>
          <a:xfrm>
            <a:off x="6216927" y="1903258"/>
            <a:ext cx="602104" cy="3847758"/>
            <a:chOff x="1055023" y="2447148"/>
            <a:chExt cx="489227" cy="3126415"/>
          </a:xfrm>
        </p:grpSpPr>
        <p:grpSp>
          <p:nvGrpSpPr>
            <p:cNvPr id="560" name="Google Shape;560;p11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561" name="Google Shape;561;p11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1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11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11"/>
          <p:cNvGrpSpPr/>
          <p:nvPr/>
        </p:nvGrpSpPr>
        <p:grpSpPr>
          <a:xfrm>
            <a:off x="6139188" y="1281878"/>
            <a:ext cx="800110" cy="966525"/>
            <a:chOff x="810583" y="3002376"/>
            <a:chExt cx="2962062" cy="3578146"/>
          </a:xfrm>
        </p:grpSpPr>
        <p:sp>
          <p:nvSpPr>
            <p:cNvPr id="565" name="Google Shape;565;p11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1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1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11"/>
          <p:cNvSpPr txBox="1"/>
          <p:nvPr>
            <p:ph idx="1" type="body"/>
          </p:nvPr>
        </p:nvSpPr>
        <p:spPr>
          <a:xfrm>
            <a:off x="0" y="411692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Planos Futuros</a:t>
            </a:r>
            <a:endParaRPr/>
          </a:p>
        </p:txBody>
      </p:sp>
      <p:grpSp>
        <p:nvGrpSpPr>
          <p:cNvPr id="570" name="Google Shape;570;p11"/>
          <p:cNvGrpSpPr/>
          <p:nvPr/>
        </p:nvGrpSpPr>
        <p:grpSpPr>
          <a:xfrm>
            <a:off x="1394184" y="2172602"/>
            <a:ext cx="602104" cy="3847758"/>
            <a:chOff x="1055023" y="2447148"/>
            <a:chExt cx="489227" cy="3126415"/>
          </a:xfrm>
        </p:grpSpPr>
        <p:grpSp>
          <p:nvGrpSpPr>
            <p:cNvPr id="571" name="Google Shape;571;p11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572" name="Google Shape;572;p11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1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4" name="Google Shape;574;p11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11"/>
          <p:cNvGrpSpPr/>
          <p:nvPr/>
        </p:nvGrpSpPr>
        <p:grpSpPr>
          <a:xfrm>
            <a:off x="3905456" y="3029829"/>
            <a:ext cx="602104" cy="3847758"/>
            <a:chOff x="1055023" y="2447148"/>
            <a:chExt cx="489227" cy="3126415"/>
          </a:xfrm>
        </p:grpSpPr>
        <p:grpSp>
          <p:nvGrpSpPr>
            <p:cNvPr id="576" name="Google Shape;576;p11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577" name="Google Shape;577;p11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1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9" name="Google Shape;579;p11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11"/>
          <p:cNvGrpSpPr/>
          <p:nvPr/>
        </p:nvGrpSpPr>
        <p:grpSpPr>
          <a:xfrm>
            <a:off x="8333937" y="2872915"/>
            <a:ext cx="602104" cy="3847758"/>
            <a:chOff x="1055023" y="2447148"/>
            <a:chExt cx="489227" cy="3126415"/>
          </a:xfrm>
        </p:grpSpPr>
        <p:grpSp>
          <p:nvGrpSpPr>
            <p:cNvPr id="581" name="Google Shape;581;p11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582" name="Google Shape;582;p11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1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" name="Google Shape;584;p11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p11"/>
          <p:cNvSpPr/>
          <p:nvPr/>
        </p:nvSpPr>
        <p:spPr>
          <a:xfrm>
            <a:off x="6680" y="4851745"/>
            <a:ext cx="12192000" cy="20062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1"/>
          <p:cNvSpPr txBox="1"/>
          <p:nvPr/>
        </p:nvSpPr>
        <p:spPr>
          <a:xfrm>
            <a:off x="3193300" y="5071020"/>
            <a:ext cx="19798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Tornar o projeto público e disponível na Web.</a:t>
            </a:r>
            <a:endParaRPr b="1" sz="18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5209814" y="5322539"/>
            <a:ext cx="17281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588" name="Google Shape;588;p11"/>
          <p:cNvGrpSpPr/>
          <p:nvPr/>
        </p:nvGrpSpPr>
        <p:grpSpPr>
          <a:xfrm>
            <a:off x="7258827" y="5007511"/>
            <a:ext cx="2536552" cy="923330"/>
            <a:chOff x="1062658" y="3973566"/>
            <a:chExt cx="2536552" cy="923330"/>
          </a:xfrm>
        </p:grpSpPr>
        <p:sp>
          <p:nvSpPr>
            <p:cNvPr id="589" name="Google Shape;589;p11"/>
            <p:cNvSpPr txBox="1"/>
            <p:nvPr/>
          </p:nvSpPr>
          <p:spPr>
            <a:xfrm>
              <a:off x="1619392" y="3973566"/>
              <a:ext cx="197981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Fornecer maior interação com o usuário.</a:t>
              </a:r>
              <a:endParaRPr b="1" sz="18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"/>
            <p:cNvSpPr txBox="1"/>
            <p:nvPr/>
          </p:nvSpPr>
          <p:spPr>
            <a:xfrm>
              <a:off x="1062658" y="4236968"/>
              <a:ext cx="1728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11"/>
          <p:cNvGrpSpPr/>
          <p:nvPr/>
        </p:nvGrpSpPr>
        <p:grpSpPr>
          <a:xfrm>
            <a:off x="669415" y="4999373"/>
            <a:ext cx="2042087" cy="923330"/>
            <a:chOff x="905678" y="3974136"/>
            <a:chExt cx="2042087" cy="923330"/>
          </a:xfrm>
        </p:grpSpPr>
        <p:sp>
          <p:nvSpPr>
            <p:cNvPr id="592" name="Google Shape;592;p11"/>
            <p:cNvSpPr txBox="1"/>
            <p:nvPr/>
          </p:nvSpPr>
          <p:spPr>
            <a:xfrm>
              <a:off x="905678" y="3974136"/>
              <a:ext cx="204208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Melhorar funcionalidades existentes.</a:t>
              </a:r>
              <a:endParaRPr b="1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1"/>
            <p:cNvSpPr txBox="1"/>
            <p:nvPr/>
          </p:nvSpPr>
          <p:spPr>
            <a:xfrm>
              <a:off x="1062658" y="4236968"/>
              <a:ext cx="1728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p11"/>
          <p:cNvGrpSpPr/>
          <p:nvPr/>
        </p:nvGrpSpPr>
        <p:grpSpPr>
          <a:xfrm rot="2702391">
            <a:off x="1473183" y="1175709"/>
            <a:ext cx="769163" cy="1598469"/>
            <a:chOff x="-302912" y="4952296"/>
            <a:chExt cx="1641015" cy="3410347"/>
          </a:xfrm>
        </p:grpSpPr>
        <p:sp>
          <p:nvSpPr>
            <p:cNvPr id="595" name="Google Shape;595;p11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rgbClr val="79BA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11"/>
          <p:cNvGrpSpPr/>
          <p:nvPr/>
        </p:nvGrpSpPr>
        <p:grpSpPr>
          <a:xfrm>
            <a:off x="8265798" y="2229522"/>
            <a:ext cx="716146" cy="950395"/>
            <a:chOff x="4494569" y="152884"/>
            <a:chExt cx="4120238" cy="5467955"/>
          </a:xfrm>
        </p:grpSpPr>
        <p:sp>
          <p:nvSpPr>
            <p:cNvPr id="600" name="Google Shape;600;p11"/>
            <p:cNvSpPr/>
            <p:nvPr/>
          </p:nvSpPr>
          <p:spPr>
            <a:xfrm>
              <a:off x="4494569" y="1657147"/>
              <a:ext cx="4120238" cy="3963692"/>
            </a:xfrm>
            <a:custGeom>
              <a:rect b="b" l="l" r="r" t="t"/>
              <a:pathLst>
                <a:path extrusionOk="0" h="2717027" w="2824332">
                  <a:moveTo>
                    <a:pt x="700429" y="78908"/>
                  </a:moveTo>
                  <a:cubicBezTo>
                    <a:pt x="1280281" y="-130034"/>
                    <a:pt x="1243598" y="137911"/>
                    <a:pt x="1538605" y="174709"/>
                  </a:cubicBezTo>
                  <a:cubicBezTo>
                    <a:pt x="1833612" y="211507"/>
                    <a:pt x="2005673" y="3206"/>
                    <a:pt x="2470472" y="299697"/>
                  </a:cubicBezTo>
                  <a:cubicBezTo>
                    <a:pt x="2672624" y="460001"/>
                    <a:pt x="2826072" y="810217"/>
                    <a:pt x="2824318" y="1240165"/>
                  </a:cubicBezTo>
                  <a:cubicBezTo>
                    <a:pt x="2821304" y="1979012"/>
                    <a:pt x="2363222" y="2982394"/>
                    <a:pt x="1412159" y="2652324"/>
                  </a:cubicBezTo>
                  <a:cubicBezTo>
                    <a:pt x="302174" y="2872372"/>
                    <a:pt x="0" y="2020079"/>
                    <a:pt x="0" y="1240165"/>
                  </a:cubicBezTo>
                  <a:cubicBezTo>
                    <a:pt x="0" y="752719"/>
                    <a:pt x="217788" y="313228"/>
                    <a:pt x="700429" y="78908"/>
                  </a:cubicBezTo>
                  <a:close/>
                </a:path>
              </a:pathLst>
            </a:cu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6612967" y="749435"/>
              <a:ext cx="619195" cy="1253635"/>
            </a:xfrm>
            <a:custGeom>
              <a:rect b="b" l="l" r="r" t="t"/>
              <a:pathLst>
                <a:path extrusionOk="0" h="720359" w="639363">
                  <a:moveTo>
                    <a:pt x="0" y="720359"/>
                  </a:moveTo>
                  <a:cubicBezTo>
                    <a:pt x="55871" y="604133"/>
                    <a:pt x="-123074" y="234012"/>
                    <a:pt x="624660" y="0"/>
                  </a:cubicBezTo>
                  <a:lnTo>
                    <a:pt x="639363" y="70891"/>
                  </a:lnTo>
                  <a:cubicBezTo>
                    <a:pt x="171667" y="192706"/>
                    <a:pt x="225241" y="535080"/>
                    <a:pt x="289436" y="697358"/>
                  </a:cubicBezTo>
                  <a:cubicBezTo>
                    <a:pt x="222351" y="707300"/>
                    <a:pt x="67085" y="710417"/>
                    <a:pt x="0" y="720359"/>
                  </a:cubicBezTo>
                  <a:close/>
                </a:path>
              </a:pathLst>
            </a:cu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1"/>
            <p:cNvSpPr/>
            <p:nvPr/>
          </p:nvSpPr>
          <p:spPr>
            <a:xfrm flipH="1" rot="673055">
              <a:off x="5003325" y="302151"/>
              <a:ext cx="1652805" cy="1203624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11"/>
          <p:cNvSpPr txBox="1"/>
          <p:nvPr/>
        </p:nvSpPr>
        <p:spPr>
          <a:xfrm>
            <a:off x="5561794" y="4973730"/>
            <a:ext cx="19556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rPr>
              <a:t>Desenvolver o projeto para mobile.</a:t>
            </a:r>
            <a:endParaRPr b="1" sz="1800">
              <a:solidFill>
                <a:srgbClr val="79BA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3839217" y="2212162"/>
            <a:ext cx="970002" cy="957152"/>
          </a:xfrm>
          <a:custGeom>
            <a:rect b="b" l="l" r="r" t="t"/>
            <a:pathLst>
              <a:path extrusionOk="0" h="1382847" w="1401412">
                <a:moveTo>
                  <a:pt x="250514" y="1125623"/>
                </a:moveTo>
                <a:cubicBezTo>
                  <a:pt x="231589" y="1128510"/>
                  <a:pt x="212930" y="1128959"/>
                  <a:pt x="194533" y="1126969"/>
                </a:cubicBezTo>
                <a:cubicBezTo>
                  <a:pt x="168096" y="1124107"/>
                  <a:pt x="144345" y="1143219"/>
                  <a:pt x="141483" y="1169655"/>
                </a:cubicBezTo>
                <a:cubicBezTo>
                  <a:pt x="138622" y="1196093"/>
                  <a:pt x="157733" y="1219844"/>
                  <a:pt x="184171" y="1222705"/>
                </a:cubicBezTo>
                <a:cubicBezTo>
                  <a:pt x="210608" y="1225567"/>
                  <a:pt x="234359" y="1206456"/>
                  <a:pt x="237220" y="1180018"/>
                </a:cubicBezTo>
                <a:cubicBezTo>
                  <a:pt x="239212" y="1161622"/>
                  <a:pt x="243644" y="1143490"/>
                  <a:pt x="250514" y="1125623"/>
                </a:cubicBezTo>
                <a:close/>
                <a:moveTo>
                  <a:pt x="517944" y="1076233"/>
                </a:moveTo>
                <a:cubicBezTo>
                  <a:pt x="499020" y="1079121"/>
                  <a:pt x="480360" y="1079570"/>
                  <a:pt x="461963" y="1077578"/>
                </a:cubicBezTo>
                <a:cubicBezTo>
                  <a:pt x="435525" y="1074717"/>
                  <a:pt x="411774" y="1093827"/>
                  <a:pt x="408913" y="1120266"/>
                </a:cubicBezTo>
                <a:cubicBezTo>
                  <a:pt x="406051" y="1146704"/>
                  <a:pt x="425162" y="1170454"/>
                  <a:pt x="451600" y="1173316"/>
                </a:cubicBezTo>
                <a:lnTo>
                  <a:pt x="451599" y="1173315"/>
                </a:lnTo>
                <a:cubicBezTo>
                  <a:pt x="478037" y="1176177"/>
                  <a:pt x="501788" y="1157065"/>
                  <a:pt x="504650" y="1130628"/>
                </a:cubicBezTo>
                <a:cubicBezTo>
                  <a:pt x="506642" y="1112233"/>
                  <a:pt x="511073" y="1094102"/>
                  <a:pt x="517944" y="1076233"/>
                </a:cubicBezTo>
                <a:close/>
                <a:moveTo>
                  <a:pt x="326560" y="864518"/>
                </a:moveTo>
                <a:cubicBezTo>
                  <a:pt x="307634" y="867405"/>
                  <a:pt x="288974" y="867855"/>
                  <a:pt x="270578" y="865864"/>
                </a:cubicBezTo>
                <a:cubicBezTo>
                  <a:pt x="244140" y="863002"/>
                  <a:pt x="220390" y="882113"/>
                  <a:pt x="217527" y="908551"/>
                </a:cubicBezTo>
                <a:cubicBezTo>
                  <a:pt x="214665" y="934989"/>
                  <a:pt x="233777" y="958740"/>
                  <a:pt x="260214" y="961601"/>
                </a:cubicBezTo>
                <a:lnTo>
                  <a:pt x="260216" y="961600"/>
                </a:lnTo>
                <a:cubicBezTo>
                  <a:pt x="286653" y="964462"/>
                  <a:pt x="310404" y="945351"/>
                  <a:pt x="313267" y="918913"/>
                </a:cubicBezTo>
                <a:cubicBezTo>
                  <a:pt x="315256" y="900518"/>
                  <a:pt x="319688" y="882386"/>
                  <a:pt x="326560" y="864518"/>
                </a:cubicBezTo>
                <a:close/>
                <a:moveTo>
                  <a:pt x="785375" y="1026841"/>
                </a:moveTo>
                <a:cubicBezTo>
                  <a:pt x="766450" y="1029730"/>
                  <a:pt x="747790" y="1030179"/>
                  <a:pt x="729394" y="1028188"/>
                </a:cubicBezTo>
                <a:cubicBezTo>
                  <a:pt x="702955" y="1025326"/>
                  <a:pt x="679204" y="1044437"/>
                  <a:pt x="676343" y="1070875"/>
                </a:cubicBezTo>
                <a:cubicBezTo>
                  <a:pt x="673482" y="1097313"/>
                  <a:pt x="692593" y="1121064"/>
                  <a:pt x="719031" y="1123925"/>
                </a:cubicBezTo>
                <a:lnTo>
                  <a:pt x="719032" y="1123924"/>
                </a:lnTo>
                <a:cubicBezTo>
                  <a:pt x="745468" y="1126786"/>
                  <a:pt x="769219" y="1107675"/>
                  <a:pt x="772082" y="1081236"/>
                </a:cubicBezTo>
                <a:cubicBezTo>
                  <a:pt x="774072" y="1062842"/>
                  <a:pt x="778504" y="1044709"/>
                  <a:pt x="785375" y="1026841"/>
                </a:cubicBezTo>
                <a:close/>
                <a:moveTo>
                  <a:pt x="593991" y="815127"/>
                </a:moveTo>
                <a:cubicBezTo>
                  <a:pt x="575066" y="818014"/>
                  <a:pt x="556406" y="818465"/>
                  <a:pt x="538010" y="816473"/>
                </a:cubicBezTo>
                <a:cubicBezTo>
                  <a:pt x="511572" y="813612"/>
                  <a:pt x="487822" y="832723"/>
                  <a:pt x="484959" y="859160"/>
                </a:cubicBezTo>
                <a:cubicBezTo>
                  <a:pt x="482098" y="885599"/>
                  <a:pt x="501210" y="909350"/>
                  <a:pt x="527646" y="912211"/>
                </a:cubicBezTo>
                <a:lnTo>
                  <a:pt x="527647" y="912210"/>
                </a:lnTo>
                <a:cubicBezTo>
                  <a:pt x="554085" y="915073"/>
                  <a:pt x="577836" y="895962"/>
                  <a:pt x="580697" y="869522"/>
                </a:cubicBezTo>
                <a:cubicBezTo>
                  <a:pt x="582689" y="851127"/>
                  <a:pt x="587120" y="832995"/>
                  <a:pt x="593991" y="815127"/>
                </a:cubicBezTo>
                <a:close/>
                <a:moveTo>
                  <a:pt x="402606" y="603412"/>
                </a:moveTo>
                <a:cubicBezTo>
                  <a:pt x="383682" y="606302"/>
                  <a:pt x="365020" y="606751"/>
                  <a:pt x="346625" y="604759"/>
                </a:cubicBezTo>
                <a:cubicBezTo>
                  <a:pt x="320187" y="601898"/>
                  <a:pt x="296436" y="621007"/>
                  <a:pt x="293574" y="647446"/>
                </a:cubicBezTo>
                <a:cubicBezTo>
                  <a:pt x="290712" y="673884"/>
                  <a:pt x="309823" y="697635"/>
                  <a:pt x="336262" y="700498"/>
                </a:cubicBezTo>
                <a:lnTo>
                  <a:pt x="336262" y="700494"/>
                </a:lnTo>
                <a:cubicBezTo>
                  <a:pt x="362699" y="703357"/>
                  <a:pt x="386450" y="684246"/>
                  <a:pt x="389313" y="657807"/>
                </a:cubicBezTo>
                <a:cubicBezTo>
                  <a:pt x="391303" y="639413"/>
                  <a:pt x="395734" y="621281"/>
                  <a:pt x="402606" y="603412"/>
                </a:cubicBezTo>
                <a:close/>
                <a:moveTo>
                  <a:pt x="1052808" y="977453"/>
                </a:moveTo>
                <a:cubicBezTo>
                  <a:pt x="1033882" y="980342"/>
                  <a:pt x="1015223" y="980791"/>
                  <a:pt x="996827" y="978800"/>
                </a:cubicBezTo>
                <a:cubicBezTo>
                  <a:pt x="970389" y="975939"/>
                  <a:pt x="946639" y="995049"/>
                  <a:pt x="943776" y="1021487"/>
                </a:cubicBezTo>
                <a:cubicBezTo>
                  <a:pt x="940914" y="1047924"/>
                  <a:pt x="960026" y="1071675"/>
                  <a:pt x="986464" y="1074537"/>
                </a:cubicBezTo>
                <a:lnTo>
                  <a:pt x="986465" y="1074536"/>
                </a:lnTo>
                <a:cubicBezTo>
                  <a:pt x="1012902" y="1077397"/>
                  <a:pt x="1036652" y="1058286"/>
                  <a:pt x="1039515" y="1031848"/>
                </a:cubicBezTo>
                <a:cubicBezTo>
                  <a:pt x="1041505" y="1013454"/>
                  <a:pt x="1045937" y="995321"/>
                  <a:pt x="1052808" y="977453"/>
                </a:cubicBezTo>
                <a:close/>
                <a:moveTo>
                  <a:pt x="861422" y="765736"/>
                </a:moveTo>
                <a:cubicBezTo>
                  <a:pt x="842496" y="768625"/>
                  <a:pt x="823837" y="769074"/>
                  <a:pt x="805440" y="767083"/>
                </a:cubicBezTo>
                <a:cubicBezTo>
                  <a:pt x="779003" y="764222"/>
                  <a:pt x="755252" y="783333"/>
                  <a:pt x="752390" y="809770"/>
                </a:cubicBezTo>
                <a:cubicBezTo>
                  <a:pt x="749528" y="836208"/>
                  <a:pt x="768640" y="859959"/>
                  <a:pt x="795077" y="862820"/>
                </a:cubicBezTo>
                <a:cubicBezTo>
                  <a:pt x="821515" y="865682"/>
                  <a:pt x="845266" y="846570"/>
                  <a:pt x="848128" y="820132"/>
                </a:cubicBezTo>
                <a:cubicBezTo>
                  <a:pt x="850119" y="801737"/>
                  <a:pt x="854551" y="783605"/>
                  <a:pt x="861422" y="765736"/>
                </a:cubicBezTo>
                <a:close/>
                <a:moveTo>
                  <a:pt x="670038" y="554023"/>
                </a:moveTo>
                <a:cubicBezTo>
                  <a:pt x="651112" y="556911"/>
                  <a:pt x="632452" y="557360"/>
                  <a:pt x="614055" y="555368"/>
                </a:cubicBezTo>
                <a:cubicBezTo>
                  <a:pt x="587617" y="552507"/>
                  <a:pt x="563868" y="571618"/>
                  <a:pt x="561005" y="598056"/>
                </a:cubicBezTo>
                <a:cubicBezTo>
                  <a:pt x="558144" y="624493"/>
                  <a:pt x="577255" y="648244"/>
                  <a:pt x="603692" y="651107"/>
                </a:cubicBezTo>
                <a:lnTo>
                  <a:pt x="603694" y="651105"/>
                </a:lnTo>
                <a:cubicBezTo>
                  <a:pt x="630131" y="653967"/>
                  <a:pt x="653882" y="634856"/>
                  <a:pt x="656744" y="608417"/>
                </a:cubicBezTo>
                <a:cubicBezTo>
                  <a:pt x="658734" y="590023"/>
                  <a:pt x="663166" y="571890"/>
                  <a:pt x="670038" y="554023"/>
                </a:cubicBezTo>
                <a:close/>
                <a:moveTo>
                  <a:pt x="478653" y="342307"/>
                </a:moveTo>
                <a:cubicBezTo>
                  <a:pt x="459727" y="345196"/>
                  <a:pt x="441067" y="345645"/>
                  <a:pt x="422672" y="343654"/>
                </a:cubicBezTo>
                <a:cubicBezTo>
                  <a:pt x="396233" y="340792"/>
                  <a:pt x="372483" y="359903"/>
                  <a:pt x="369621" y="386341"/>
                </a:cubicBezTo>
                <a:cubicBezTo>
                  <a:pt x="366759" y="412781"/>
                  <a:pt x="385870" y="436532"/>
                  <a:pt x="412308" y="439391"/>
                </a:cubicBezTo>
                <a:lnTo>
                  <a:pt x="412308" y="439390"/>
                </a:lnTo>
                <a:cubicBezTo>
                  <a:pt x="438746" y="442252"/>
                  <a:pt x="462497" y="423141"/>
                  <a:pt x="465359" y="396703"/>
                </a:cubicBezTo>
                <a:cubicBezTo>
                  <a:pt x="467350" y="378308"/>
                  <a:pt x="471782" y="360176"/>
                  <a:pt x="478653" y="342307"/>
                </a:cubicBezTo>
                <a:close/>
                <a:moveTo>
                  <a:pt x="1333626" y="415222"/>
                </a:moveTo>
                <a:lnTo>
                  <a:pt x="1173287" y="607201"/>
                </a:lnTo>
                <a:lnTo>
                  <a:pt x="1401412" y="771508"/>
                </a:lnTo>
                <a:lnTo>
                  <a:pt x="1147994" y="819762"/>
                </a:lnTo>
                <a:lnTo>
                  <a:pt x="1151864" y="827138"/>
                </a:lnTo>
                <a:cubicBezTo>
                  <a:pt x="1201037" y="932843"/>
                  <a:pt x="1219880" y="1029854"/>
                  <a:pt x="1190269" y="1097725"/>
                </a:cubicBezTo>
                <a:cubicBezTo>
                  <a:pt x="1046991" y="1439875"/>
                  <a:pt x="163909" y="1426163"/>
                  <a:pt x="56098" y="1304350"/>
                </a:cubicBezTo>
                <a:cubicBezTo>
                  <a:pt x="-65482" y="1161270"/>
                  <a:pt x="-3246" y="387955"/>
                  <a:pt x="379737" y="193099"/>
                </a:cubicBezTo>
                <a:cubicBezTo>
                  <a:pt x="430767" y="173490"/>
                  <a:pt x="495320" y="183493"/>
                  <a:pt x="565750" y="214483"/>
                </a:cubicBezTo>
                <a:lnTo>
                  <a:pt x="611467" y="238364"/>
                </a:lnTo>
                <a:lnTo>
                  <a:pt x="713985" y="0"/>
                </a:lnTo>
                <a:lnTo>
                  <a:pt x="834844" y="281011"/>
                </a:lnTo>
                <a:lnTo>
                  <a:pt x="1050645" y="136033"/>
                </a:lnTo>
                <a:lnTo>
                  <a:pt x="1000091" y="436133"/>
                </a:ln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"/>
          <p:cNvSpPr/>
          <p:nvPr/>
        </p:nvSpPr>
        <p:spPr>
          <a:xfrm flipH="1">
            <a:off x="139624" y="5522296"/>
            <a:ext cx="1062217" cy="9774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3960618" y="3402071"/>
            <a:ext cx="544275" cy="544275"/>
          </a:xfrm>
          <a:prstGeom prst="hear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/>
          <p:nvPr/>
        </p:nvSpPr>
        <p:spPr>
          <a:xfrm flipH="1">
            <a:off x="139624" y="1751079"/>
            <a:ext cx="1062217" cy="9774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2"/>
          <p:cNvSpPr txBox="1"/>
          <p:nvPr>
            <p:ph idx="1" type="body"/>
          </p:nvPr>
        </p:nvSpPr>
        <p:spPr>
          <a:xfrm>
            <a:off x="0" y="409825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Agradecimentos</a:t>
            </a: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8740440" y="2066837"/>
            <a:ext cx="3182132" cy="2914717"/>
          </a:xfrm>
          <a:custGeom>
            <a:rect b="b" l="l" r="r" t="t"/>
            <a:pathLst>
              <a:path extrusionOk="0" h="2940925" w="321074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4" name="Google Shape;614;p12"/>
          <p:cNvGrpSpPr/>
          <p:nvPr/>
        </p:nvGrpSpPr>
        <p:grpSpPr>
          <a:xfrm>
            <a:off x="1148045" y="1419529"/>
            <a:ext cx="3614617" cy="1372150"/>
            <a:chOff x="2285819" y="2026187"/>
            <a:chExt cx="1183958" cy="1372150"/>
          </a:xfrm>
        </p:grpSpPr>
        <p:sp>
          <p:nvSpPr>
            <p:cNvPr id="615" name="Google Shape;615;p12"/>
            <p:cNvSpPr txBox="1"/>
            <p:nvPr/>
          </p:nvSpPr>
          <p:spPr>
            <a:xfrm>
              <a:off x="2303440" y="2567340"/>
              <a:ext cx="116633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Agredecemos nossa família que nos apoiou, seja com afeto ou incentivo.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2"/>
            <p:cNvSpPr txBox="1"/>
            <p:nvPr/>
          </p:nvSpPr>
          <p:spPr>
            <a:xfrm>
              <a:off x="2285819" y="2026187"/>
              <a:ext cx="778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Família</a:t>
              </a: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7" name="Google Shape;617;p12"/>
          <p:cNvGrpSpPr/>
          <p:nvPr/>
        </p:nvGrpSpPr>
        <p:grpSpPr>
          <a:xfrm>
            <a:off x="3619065" y="3219632"/>
            <a:ext cx="2917591" cy="482085"/>
            <a:chOff x="2219009" y="2203879"/>
            <a:chExt cx="955649" cy="482085"/>
          </a:xfrm>
        </p:grpSpPr>
        <p:sp>
          <p:nvSpPr>
            <p:cNvPr id="618" name="Google Shape;618;p12"/>
            <p:cNvSpPr txBox="1"/>
            <p:nvPr/>
          </p:nvSpPr>
          <p:spPr>
            <a:xfrm>
              <a:off x="2219009" y="2408965"/>
              <a:ext cx="7759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2"/>
            <p:cNvSpPr txBox="1"/>
            <p:nvPr/>
          </p:nvSpPr>
          <p:spPr>
            <a:xfrm>
              <a:off x="2396383" y="2203879"/>
              <a:ext cx="778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Escola</a:t>
              </a:r>
              <a:endParaRPr b="1" sz="12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12"/>
          <p:cNvGrpSpPr/>
          <p:nvPr/>
        </p:nvGrpSpPr>
        <p:grpSpPr>
          <a:xfrm>
            <a:off x="1148047" y="5185830"/>
            <a:ext cx="2586097" cy="1325983"/>
            <a:chOff x="2299568" y="2204864"/>
            <a:chExt cx="847069" cy="1325983"/>
          </a:xfrm>
        </p:grpSpPr>
        <p:sp>
          <p:nvSpPr>
            <p:cNvPr id="621" name="Google Shape;621;p12"/>
            <p:cNvSpPr txBox="1"/>
            <p:nvPr/>
          </p:nvSpPr>
          <p:spPr>
            <a:xfrm>
              <a:off x="2317188" y="2699850"/>
              <a:ext cx="82944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À nossa parceria, fundamental para a realização do projeto.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2"/>
            <p:cNvSpPr txBox="1"/>
            <p:nvPr/>
          </p:nvSpPr>
          <p:spPr>
            <a:xfrm>
              <a:off x="2299568" y="2204864"/>
              <a:ext cx="778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Parceria</a:t>
              </a:r>
              <a:endParaRPr b="1" sz="1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Google Shape;623;p12"/>
          <p:cNvSpPr/>
          <p:nvPr/>
        </p:nvSpPr>
        <p:spPr>
          <a:xfrm>
            <a:off x="398025" y="5725883"/>
            <a:ext cx="566684" cy="521442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7858495" y="4417341"/>
            <a:ext cx="351990" cy="353588"/>
          </a:xfrm>
          <a:custGeom>
            <a:rect b="b" l="l" r="r" t="t"/>
            <a:pathLst>
              <a:path extrusionOk="0" h="373588" w="371900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7858495" y="2239788"/>
            <a:ext cx="396000" cy="313084"/>
          </a:xfrm>
          <a:custGeom>
            <a:rect b="b" l="l" r="r" t="t"/>
            <a:pathLst>
              <a:path extrusionOk="0" h="2545072" w="3219104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2"/>
          <p:cNvSpPr txBox="1"/>
          <p:nvPr/>
        </p:nvSpPr>
        <p:spPr>
          <a:xfrm>
            <a:off x="9258540" y="5185830"/>
            <a:ext cx="26553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rPr>
              <a:t>Obrigada!</a:t>
            </a:r>
            <a:endParaRPr b="1" sz="3600">
              <a:solidFill>
                <a:srgbClr val="9DC5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p12"/>
          <p:cNvGrpSpPr/>
          <p:nvPr/>
        </p:nvGrpSpPr>
        <p:grpSpPr>
          <a:xfrm rot="4020525">
            <a:off x="11171713" y="3224158"/>
            <a:ext cx="326858" cy="679273"/>
            <a:chOff x="-302912" y="4952296"/>
            <a:chExt cx="1641015" cy="3410347"/>
          </a:xfrm>
        </p:grpSpPr>
        <p:sp>
          <p:nvSpPr>
            <p:cNvPr id="628" name="Google Shape;628;p12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2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2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2" name="Google Shape;632;p12"/>
          <p:cNvGrpSpPr/>
          <p:nvPr/>
        </p:nvGrpSpPr>
        <p:grpSpPr>
          <a:xfrm>
            <a:off x="11101255" y="3954137"/>
            <a:ext cx="506560" cy="552384"/>
            <a:chOff x="7220418" y="1428865"/>
            <a:chExt cx="2654769" cy="2894924"/>
          </a:xfrm>
        </p:grpSpPr>
        <p:sp>
          <p:nvSpPr>
            <p:cNvPr id="633" name="Google Shape;633;p12"/>
            <p:cNvSpPr/>
            <p:nvPr/>
          </p:nvSpPr>
          <p:spPr>
            <a:xfrm rot="1023001">
              <a:off x="7882224" y="2424122"/>
              <a:ext cx="876262" cy="72065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2"/>
            <p:cNvSpPr/>
            <p:nvPr/>
          </p:nvSpPr>
          <p:spPr>
            <a:xfrm rot="1023001">
              <a:off x="8340738" y="2465286"/>
              <a:ext cx="876262" cy="72065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7870936" y="2805575"/>
              <a:ext cx="1345565" cy="1518214"/>
            </a:xfrm>
            <a:custGeom>
              <a:rect b="b" l="l" r="r" t="t"/>
              <a:pathLst>
                <a:path extrusionOk="0" h="1518214" w="1345565">
                  <a:moveTo>
                    <a:pt x="838124" y="40651"/>
                  </a:moveTo>
                  <a:cubicBezTo>
                    <a:pt x="836145" y="190615"/>
                    <a:pt x="834165" y="340578"/>
                    <a:pt x="832186" y="490542"/>
                  </a:cubicBezTo>
                  <a:cubicBezTo>
                    <a:pt x="940130" y="410003"/>
                    <a:pt x="1009707" y="358239"/>
                    <a:pt x="1156017" y="335250"/>
                  </a:cubicBezTo>
                  <a:cubicBezTo>
                    <a:pt x="1219200" y="385796"/>
                    <a:pt x="1269593" y="404371"/>
                    <a:pt x="1345565" y="486889"/>
                  </a:cubicBezTo>
                  <a:cubicBezTo>
                    <a:pt x="1037262" y="530888"/>
                    <a:pt x="904808" y="696382"/>
                    <a:pt x="823508" y="765960"/>
                  </a:cubicBezTo>
                  <a:cubicBezTo>
                    <a:pt x="837514" y="773572"/>
                    <a:pt x="854719" y="765197"/>
                    <a:pt x="910288" y="785598"/>
                  </a:cubicBezTo>
                  <a:cubicBezTo>
                    <a:pt x="837665" y="810110"/>
                    <a:pt x="848171" y="834622"/>
                    <a:pt x="813915" y="833556"/>
                  </a:cubicBezTo>
                  <a:lnTo>
                    <a:pt x="784228" y="1209456"/>
                  </a:lnTo>
                  <a:cubicBezTo>
                    <a:pt x="805847" y="1210979"/>
                    <a:pt x="814677" y="1209304"/>
                    <a:pt x="849085" y="1214024"/>
                  </a:cubicBezTo>
                  <a:cubicBezTo>
                    <a:pt x="768394" y="1328210"/>
                    <a:pt x="754844" y="1442395"/>
                    <a:pt x="741293" y="1518214"/>
                  </a:cubicBezTo>
                  <a:lnTo>
                    <a:pt x="208731" y="1505425"/>
                  </a:lnTo>
                  <a:cubicBezTo>
                    <a:pt x="209340" y="1346631"/>
                    <a:pt x="203554" y="1293344"/>
                    <a:pt x="146613" y="1166522"/>
                  </a:cubicBezTo>
                  <a:cubicBezTo>
                    <a:pt x="190002" y="1187227"/>
                    <a:pt x="191832" y="1182356"/>
                    <a:pt x="209645" y="1196667"/>
                  </a:cubicBezTo>
                  <a:cubicBezTo>
                    <a:pt x="223647" y="1048124"/>
                    <a:pt x="263228" y="800468"/>
                    <a:pt x="178117" y="715869"/>
                  </a:cubicBezTo>
                  <a:lnTo>
                    <a:pt x="261713" y="747232"/>
                  </a:lnTo>
                  <a:cubicBezTo>
                    <a:pt x="273589" y="660298"/>
                    <a:pt x="218324" y="506223"/>
                    <a:pt x="0" y="278613"/>
                  </a:cubicBezTo>
                  <a:lnTo>
                    <a:pt x="256689" y="154379"/>
                  </a:lnTo>
                  <a:cubicBezTo>
                    <a:pt x="357021" y="234918"/>
                    <a:pt x="380619" y="337838"/>
                    <a:pt x="442584" y="421574"/>
                  </a:cubicBezTo>
                  <a:lnTo>
                    <a:pt x="548091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 rot="1023001">
              <a:off x="8872391" y="2752794"/>
              <a:ext cx="876262" cy="72065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2"/>
            <p:cNvSpPr/>
            <p:nvPr/>
          </p:nvSpPr>
          <p:spPr>
            <a:xfrm rot="1023001">
              <a:off x="8739631" y="2136731"/>
              <a:ext cx="1017624" cy="95697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2"/>
            <p:cNvSpPr/>
            <p:nvPr/>
          </p:nvSpPr>
          <p:spPr>
            <a:xfrm rot="1023001">
              <a:off x="8781329" y="1841640"/>
              <a:ext cx="650363" cy="61159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 rot="1023001">
              <a:off x="8227747" y="1544656"/>
              <a:ext cx="942587" cy="101912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 rot="1023001">
              <a:off x="7793056" y="1695490"/>
              <a:ext cx="942587" cy="8864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2"/>
            <p:cNvSpPr/>
            <p:nvPr/>
          </p:nvSpPr>
          <p:spPr>
            <a:xfrm rot="1023001">
              <a:off x="7329654" y="1926595"/>
              <a:ext cx="942587" cy="88640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2"/>
            <p:cNvSpPr/>
            <p:nvPr/>
          </p:nvSpPr>
          <p:spPr>
            <a:xfrm rot="1023001">
              <a:off x="7322818" y="2549785"/>
              <a:ext cx="782358" cy="7357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2"/>
            <p:cNvSpPr/>
            <p:nvPr/>
          </p:nvSpPr>
          <p:spPr>
            <a:xfrm rot="1023001">
              <a:off x="8073501" y="2415555"/>
              <a:ext cx="797355" cy="6557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2"/>
          <p:cNvGrpSpPr/>
          <p:nvPr/>
        </p:nvGrpSpPr>
        <p:grpSpPr>
          <a:xfrm>
            <a:off x="10468052" y="3524195"/>
            <a:ext cx="404021" cy="522085"/>
            <a:chOff x="8486169" y="3185232"/>
            <a:chExt cx="1293157" cy="1671049"/>
          </a:xfrm>
        </p:grpSpPr>
        <p:sp>
          <p:nvSpPr>
            <p:cNvPr id="645" name="Google Shape;645;p12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2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2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12"/>
          <p:cNvGrpSpPr/>
          <p:nvPr/>
        </p:nvGrpSpPr>
        <p:grpSpPr>
          <a:xfrm>
            <a:off x="10098778" y="4200790"/>
            <a:ext cx="379671" cy="458640"/>
            <a:chOff x="810583" y="3002376"/>
            <a:chExt cx="2962062" cy="3578146"/>
          </a:xfrm>
        </p:grpSpPr>
        <p:sp>
          <p:nvSpPr>
            <p:cNvPr id="650" name="Google Shape;650;p12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2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2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4" name="Google Shape;654;p12"/>
          <p:cNvSpPr/>
          <p:nvPr/>
        </p:nvSpPr>
        <p:spPr>
          <a:xfrm>
            <a:off x="3996048" y="3377932"/>
            <a:ext cx="544275" cy="544275"/>
          </a:xfrm>
          <a:prstGeom prst="hear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 txBox="1"/>
          <p:nvPr/>
        </p:nvSpPr>
        <p:spPr>
          <a:xfrm>
            <a:off x="3849473" y="3644555"/>
            <a:ext cx="333592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À escola CEDUP Abílio Paulo e aos professores que nos proporcionaram conhecimento  para o projeto e para a vida.</a:t>
            </a:r>
            <a:endParaRPr b="1" sz="16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10051913" y="3123484"/>
            <a:ext cx="404023" cy="404023"/>
          </a:xfrm>
          <a:prstGeom prst="heart">
            <a:avLst/>
          </a:pr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2"/>
          <p:cNvSpPr/>
          <p:nvPr/>
        </p:nvSpPr>
        <p:spPr>
          <a:xfrm rot="-5400000">
            <a:off x="9085511" y="3816217"/>
            <a:ext cx="482205" cy="477884"/>
          </a:xfrm>
          <a:custGeom>
            <a:rect b="b" l="l" r="r" t="t"/>
            <a:pathLst>
              <a:path extrusionOk="0" h="3240001" w="2993176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2"/>
          <p:cNvSpPr/>
          <p:nvPr/>
        </p:nvSpPr>
        <p:spPr>
          <a:xfrm rot="619581">
            <a:off x="9706088" y="3628583"/>
            <a:ext cx="363280" cy="363280"/>
          </a:xfrm>
          <a:custGeom>
            <a:rect b="b" l="l" r="r" t="t"/>
            <a:pathLst>
              <a:path extrusionOk="0" h="3240000" w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2"/>
          <p:cNvSpPr/>
          <p:nvPr/>
        </p:nvSpPr>
        <p:spPr>
          <a:xfrm flipH="1">
            <a:off x="2663538" y="3557572"/>
            <a:ext cx="1062217" cy="9774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"/>
          <p:cNvSpPr/>
          <p:nvPr/>
        </p:nvSpPr>
        <p:spPr>
          <a:xfrm rot="-5400000">
            <a:off x="2855107" y="3615577"/>
            <a:ext cx="700346" cy="823876"/>
          </a:xfrm>
          <a:custGeom>
            <a:rect b="b" l="l" r="r" t="t"/>
            <a:pathLst>
              <a:path extrusionOk="0" h="3240001" w="2993176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322715" y="1966805"/>
            <a:ext cx="691846" cy="636612"/>
          </a:xfrm>
          <a:prstGeom prst="hear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3"/>
          <p:cNvSpPr txBox="1"/>
          <p:nvPr>
            <p:ph idx="1" type="body"/>
          </p:nvPr>
        </p:nvSpPr>
        <p:spPr>
          <a:xfrm>
            <a:off x="0" y="413083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Referências</a:t>
            </a:r>
            <a:endParaRPr/>
          </a:p>
        </p:txBody>
      </p:sp>
      <p:grpSp>
        <p:nvGrpSpPr>
          <p:cNvPr id="667" name="Google Shape;667;p13"/>
          <p:cNvGrpSpPr/>
          <p:nvPr/>
        </p:nvGrpSpPr>
        <p:grpSpPr>
          <a:xfrm>
            <a:off x="1825788" y="1443221"/>
            <a:ext cx="5583054" cy="1095562"/>
            <a:chOff x="5069129" y="1137357"/>
            <a:chExt cx="2876229" cy="640495"/>
          </a:xfrm>
        </p:grpSpPr>
        <p:sp>
          <p:nvSpPr>
            <p:cNvPr id="668" name="Google Shape;668;p13"/>
            <p:cNvSpPr txBox="1"/>
            <p:nvPr/>
          </p:nvSpPr>
          <p:spPr>
            <a:xfrm>
              <a:off x="5074011" y="1137357"/>
              <a:ext cx="2717823" cy="233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2B326"/>
                  </a:solidFill>
                  <a:latin typeface="Arial"/>
                  <a:ea typeface="Arial"/>
                  <a:cs typeface="Arial"/>
                  <a:sym typeface="Arial"/>
                </a:rPr>
                <a:t>PHP</a:t>
              </a:r>
              <a:endParaRPr b="1" sz="1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3"/>
            <p:cNvSpPr txBox="1"/>
            <p:nvPr/>
          </p:nvSpPr>
          <p:spPr>
            <a:xfrm>
              <a:off x="5069129" y="1346009"/>
              <a:ext cx="2876229" cy="431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COSTA, Wilker. PHP: O que é e como funciona. 2012. Disponível em: &lt;https://www.cursos.wlconsultoria.net/blog/php-o-que-e-e-como-funciona/ &gt;. Acesso em: 28 ago 2018.</a:t>
              </a:r>
              <a:endParaRPr b="1" sz="14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13"/>
          <p:cNvGrpSpPr/>
          <p:nvPr/>
        </p:nvGrpSpPr>
        <p:grpSpPr>
          <a:xfrm>
            <a:off x="1876359" y="2657642"/>
            <a:ext cx="5288717" cy="914651"/>
            <a:chOff x="5076056" y="1240057"/>
            <a:chExt cx="2724595" cy="534731"/>
          </a:xfrm>
        </p:grpSpPr>
        <p:sp>
          <p:nvSpPr>
            <p:cNvPr id="671" name="Google Shape;671;p13"/>
            <p:cNvSpPr txBox="1"/>
            <p:nvPr/>
          </p:nvSpPr>
          <p:spPr>
            <a:xfrm>
              <a:off x="5076056" y="1240057"/>
              <a:ext cx="2717823" cy="23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EASYPHP</a:t>
              </a:r>
              <a:endParaRPr b="1" sz="1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3"/>
            <p:cNvSpPr txBox="1"/>
            <p:nvPr/>
          </p:nvSpPr>
          <p:spPr>
            <a:xfrm>
              <a:off x="5082828" y="1432912"/>
              <a:ext cx="2717823" cy="341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EASYPHP. Características. 2017. Disponível em: &lt;http://www.easyphp.org/&gt;. Acesso em: 26 jun 2018.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13"/>
          <p:cNvGrpSpPr/>
          <p:nvPr/>
        </p:nvGrpSpPr>
        <p:grpSpPr>
          <a:xfrm>
            <a:off x="1835264" y="5485181"/>
            <a:ext cx="5275572" cy="1121409"/>
            <a:chOff x="5076056" y="1240057"/>
            <a:chExt cx="2717823" cy="655606"/>
          </a:xfrm>
        </p:grpSpPr>
        <p:sp>
          <p:nvSpPr>
            <p:cNvPr id="674" name="Google Shape;674;p13"/>
            <p:cNvSpPr txBox="1"/>
            <p:nvPr/>
          </p:nvSpPr>
          <p:spPr>
            <a:xfrm>
              <a:off x="5076056" y="1240057"/>
              <a:ext cx="2717823" cy="269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BOOTSTRAP</a:t>
              </a:r>
              <a:endParaRPr b="1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3"/>
            <p:cNvSpPr txBox="1"/>
            <p:nvPr/>
          </p:nvSpPr>
          <p:spPr>
            <a:xfrm>
              <a:off x="5076056" y="1409840"/>
              <a:ext cx="2717823" cy="485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ISBRASIL. O que é Bootstrap? 2017. Disponível em: &lt; https://www.isbrasil.info/blog/o-que-e-bootstrap.html&gt; Acesso em: 29 set 2018.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13"/>
          <p:cNvGrpSpPr/>
          <p:nvPr/>
        </p:nvGrpSpPr>
        <p:grpSpPr>
          <a:xfrm>
            <a:off x="7954544" y="5073748"/>
            <a:ext cx="2930065" cy="1212262"/>
            <a:chOff x="8556442" y="4986859"/>
            <a:chExt cx="2930065" cy="1212262"/>
          </a:xfrm>
        </p:grpSpPr>
        <p:sp>
          <p:nvSpPr>
            <p:cNvPr id="677" name="Google Shape;677;p13"/>
            <p:cNvSpPr/>
            <p:nvPr/>
          </p:nvSpPr>
          <p:spPr>
            <a:xfrm>
              <a:off x="8556442" y="4986859"/>
              <a:ext cx="2930065" cy="1183580"/>
            </a:xfrm>
            <a:custGeom>
              <a:rect b="b" l="l" r="r" t="t"/>
              <a:pathLst>
                <a:path extrusionOk="0" h="827938" w="2049640">
                  <a:moveTo>
                    <a:pt x="2049640" y="2778"/>
                  </a:moveTo>
                  <a:cubicBezTo>
                    <a:pt x="1934368" y="483133"/>
                    <a:pt x="1523898" y="831032"/>
                    <a:pt x="1029915" y="827918"/>
                  </a:cubicBezTo>
                  <a:cubicBezTo>
                    <a:pt x="535932" y="824803"/>
                    <a:pt x="109206" y="481771"/>
                    <a:pt x="0" y="0"/>
                  </a:cubicBezTo>
                  <a:lnTo>
                    <a:pt x="2049640" y="27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8700000" y="5123084"/>
              <a:ext cx="2594275" cy="1076037"/>
            </a:xfrm>
            <a:custGeom>
              <a:rect b="b" l="l" r="r" t="t"/>
              <a:pathLst>
                <a:path extrusionOk="0" h="827938" w="2049640">
                  <a:moveTo>
                    <a:pt x="2049640" y="2778"/>
                  </a:moveTo>
                  <a:cubicBezTo>
                    <a:pt x="1934368" y="483133"/>
                    <a:pt x="1523898" y="831032"/>
                    <a:pt x="1029915" y="827918"/>
                  </a:cubicBezTo>
                  <a:cubicBezTo>
                    <a:pt x="535932" y="824803"/>
                    <a:pt x="109206" y="481771"/>
                    <a:pt x="0" y="0"/>
                  </a:cubicBezTo>
                  <a:lnTo>
                    <a:pt x="2049640" y="27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13"/>
          <p:cNvSpPr/>
          <p:nvPr/>
        </p:nvSpPr>
        <p:spPr>
          <a:xfrm>
            <a:off x="7653294" y="261960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9095540" y="16898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10057039" y="1929165"/>
            <a:ext cx="648072" cy="648072"/>
          </a:xfrm>
          <a:prstGeom prst="ellipse">
            <a:avLst/>
          </a:prstGeom>
          <a:solidFill>
            <a:srgbClr val="CAE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8134043" y="1929165"/>
            <a:ext cx="648072" cy="648072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10537787" y="2619604"/>
            <a:ext cx="648072" cy="648072"/>
          </a:xfrm>
          <a:prstGeom prst="ellipse">
            <a:avLst/>
          </a:prstGeom>
          <a:solidFill>
            <a:srgbClr val="CCE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13"/>
          <p:cNvCxnSpPr>
            <a:stCxn id="685" idx="0"/>
            <a:endCxn id="680" idx="4"/>
          </p:cNvCxnSpPr>
          <p:nvPr/>
        </p:nvCxnSpPr>
        <p:spPr>
          <a:xfrm rot="10800000">
            <a:off x="9419650" y="2337834"/>
            <a:ext cx="20100" cy="24903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86" name="Google Shape;686;p13"/>
          <p:cNvCxnSpPr>
            <a:stCxn id="685" idx="0"/>
            <a:endCxn id="687" idx="4"/>
          </p:cNvCxnSpPr>
          <p:nvPr/>
        </p:nvCxnSpPr>
        <p:spPr>
          <a:xfrm rot="10800000">
            <a:off x="8938750" y="3166134"/>
            <a:ext cx="501000" cy="16620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88" name="Google Shape;688;p13"/>
          <p:cNvCxnSpPr>
            <a:stCxn id="685" idx="0"/>
            <a:endCxn id="689" idx="4"/>
          </p:cNvCxnSpPr>
          <p:nvPr/>
        </p:nvCxnSpPr>
        <p:spPr>
          <a:xfrm flipH="1" rot="10800000">
            <a:off x="9439750" y="3166134"/>
            <a:ext cx="460500" cy="16620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0" name="Google Shape;690;p13"/>
          <p:cNvCxnSpPr>
            <a:stCxn id="685" idx="0"/>
            <a:endCxn id="683" idx="2"/>
          </p:cNvCxnSpPr>
          <p:nvPr/>
        </p:nvCxnSpPr>
        <p:spPr>
          <a:xfrm flipH="1" rot="10800000">
            <a:off x="9439750" y="2943534"/>
            <a:ext cx="1098000" cy="18846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1" name="Google Shape;691;p13"/>
          <p:cNvSpPr/>
          <p:nvPr/>
        </p:nvSpPr>
        <p:spPr>
          <a:xfrm>
            <a:off x="8776891" y="2252402"/>
            <a:ext cx="611784" cy="2490180"/>
          </a:xfrm>
          <a:custGeom>
            <a:rect b="b" l="l" r="r" t="t"/>
            <a:pathLst>
              <a:path extrusionOk="0" h="1566249" w="506994">
                <a:moveTo>
                  <a:pt x="506994" y="1566249"/>
                </a:moveTo>
                <a:lnTo>
                  <a:pt x="321398" y="11316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3"/>
          <p:cNvSpPr/>
          <p:nvPr/>
        </p:nvSpPr>
        <p:spPr>
          <a:xfrm flipH="1">
            <a:off x="9457002" y="2252402"/>
            <a:ext cx="611784" cy="2490180"/>
          </a:xfrm>
          <a:custGeom>
            <a:rect b="b" l="l" r="r" t="t"/>
            <a:pathLst>
              <a:path extrusionOk="0" h="1566249" w="506994">
                <a:moveTo>
                  <a:pt x="506994" y="1566249"/>
                </a:moveTo>
                <a:lnTo>
                  <a:pt x="321398" y="11316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13"/>
          <p:cNvCxnSpPr>
            <a:stCxn id="679" idx="6"/>
            <a:endCxn id="685" idx="0"/>
          </p:cNvCxnSpPr>
          <p:nvPr/>
        </p:nvCxnSpPr>
        <p:spPr>
          <a:xfrm>
            <a:off x="8301366" y="2943640"/>
            <a:ext cx="1138500" cy="18846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4" name="Google Shape;694;p13"/>
          <p:cNvCxnSpPr>
            <a:stCxn id="685" idx="0"/>
            <a:endCxn id="695" idx="7"/>
          </p:cNvCxnSpPr>
          <p:nvPr/>
        </p:nvCxnSpPr>
        <p:spPr>
          <a:xfrm rot="10800000">
            <a:off x="8513050" y="3563334"/>
            <a:ext cx="926700" cy="12648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96" name="Google Shape;696;p13"/>
          <p:cNvCxnSpPr>
            <a:stCxn id="685" idx="0"/>
            <a:endCxn id="697" idx="1"/>
          </p:cNvCxnSpPr>
          <p:nvPr/>
        </p:nvCxnSpPr>
        <p:spPr>
          <a:xfrm flipH="1" rot="10800000">
            <a:off x="9439750" y="3515634"/>
            <a:ext cx="946800" cy="13125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5" name="Google Shape;685;p13"/>
          <p:cNvSpPr/>
          <p:nvPr/>
        </p:nvSpPr>
        <p:spPr>
          <a:xfrm>
            <a:off x="9332415" y="4828134"/>
            <a:ext cx="214669" cy="2146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10291539" y="3420786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7959908" y="3468354"/>
            <a:ext cx="648072" cy="648072"/>
          </a:xfrm>
          <a:prstGeom prst="ellipse">
            <a:avLst/>
          </a:prstGeom>
          <a:solidFill>
            <a:srgbClr val="CAE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3"/>
          <p:cNvSpPr/>
          <p:nvPr/>
        </p:nvSpPr>
        <p:spPr>
          <a:xfrm>
            <a:off x="8614792" y="2517974"/>
            <a:ext cx="648072" cy="648072"/>
          </a:xfrm>
          <a:prstGeom prst="ellipse">
            <a:avLst/>
          </a:prstGeom>
          <a:solidFill>
            <a:srgbClr val="CCE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3"/>
          <p:cNvSpPr/>
          <p:nvPr/>
        </p:nvSpPr>
        <p:spPr>
          <a:xfrm>
            <a:off x="9576290" y="2517974"/>
            <a:ext cx="648072" cy="648072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3"/>
          <p:cNvSpPr/>
          <p:nvPr/>
        </p:nvSpPr>
        <p:spPr>
          <a:xfrm rot="1376371">
            <a:off x="8109262" y="3641076"/>
            <a:ext cx="381810" cy="307778"/>
          </a:xfrm>
          <a:custGeom>
            <a:rect b="b" l="l" r="r" t="t"/>
            <a:pathLst>
              <a:path extrusionOk="0" h="1369652" w="1699104">
                <a:moveTo>
                  <a:pt x="1426018" y="100"/>
                </a:moveTo>
                <a:cubicBezTo>
                  <a:pt x="1538052" y="-1238"/>
                  <a:pt x="1521372" y="676489"/>
                  <a:pt x="905616" y="806363"/>
                </a:cubicBezTo>
                <a:cubicBezTo>
                  <a:pt x="615918" y="859803"/>
                  <a:pt x="247425" y="663322"/>
                  <a:pt x="283242" y="523532"/>
                </a:cubicBezTo>
                <a:cubicBezTo>
                  <a:pt x="295726" y="486047"/>
                  <a:pt x="248406" y="473678"/>
                  <a:pt x="222649" y="437351"/>
                </a:cubicBezTo>
                <a:lnTo>
                  <a:pt x="229092" y="431928"/>
                </a:lnTo>
                <a:lnTo>
                  <a:pt x="214241" y="431928"/>
                </a:lnTo>
                <a:lnTo>
                  <a:pt x="219121" y="466941"/>
                </a:lnTo>
                <a:cubicBezTo>
                  <a:pt x="244983" y="601662"/>
                  <a:pt x="334031" y="752109"/>
                  <a:pt x="726011" y="922236"/>
                </a:cubicBezTo>
                <a:cubicBezTo>
                  <a:pt x="1154486" y="1061180"/>
                  <a:pt x="1595961" y="678971"/>
                  <a:pt x="1670649" y="741110"/>
                </a:cubicBezTo>
                <a:cubicBezTo>
                  <a:pt x="1796893" y="821695"/>
                  <a:pt x="1518097" y="1557237"/>
                  <a:pt x="531731" y="1324252"/>
                </a:cubicBezTo>
                <a:cubicBezTo>
                  <a:pt x="208334" y="1231723"/>
                  <a:pt x="-112945" y="851176"/>
                  <a:pt x="91918" y="541992"/>
                </a:cubicBezTo>
                <a:cubicBezTo>
                  <a:pt x="120456" y="512888"/>
                  <a:pt x="123138" y="500113"/>
                  <a:pt x="120379" y="467947"/>
                </a:cubicBezTo>
                <a:lnTo>
                  <a:pt x="116938" y="431928"/>
                </a:lnTo>
                <a:lnTo>
                  <a:pt x="33060" y="431928"/>
                </a:lnTo>
                <a:cubicBezTo>
                  <a:pt x="14802" y="431928"/>
                  <a:pt x="0" y="417126"/>
                  <a:pt x="0" y="398866"/>
                </a:cubicBezTo>
                <a:lnTo>
                  <a:pt x="0" y="295655"/>
                </a:lnTo>
                <a:cubicBezTo>
                  <a:pt x="0" y="277396"/>
                  <a:pt x="14802" y="262594"/>
                  <a:pt x="33060" y="262594"/>
                </a:cubicBezTo>
                <a:lnTo>
                  <a:pt x="303652" y="262594"/>
                </a:lnTo>
                <a:cubicBezTo>
                  <a:pt x="321912" y="262594"/>
                  <a:pt x="336714" y="277396"/>
                  <a:pt x="336714" y="295655"/>
                </a:cubicBezTo>
                <a:lnTo>
                  <a:pt x="336714" y="398866"/>
                </a:lnTo>
                <a:cubicBezTo>
                  <a:pt x="336714" y="407996"/>
                  <a:pt x="333014" y="416262"/>
                  <a:pt x="327031" y="422244"/>
                </a:cubicBezTo>
                <a:lnTo>
                  <a:pt x="318665" y="425709"/>
                </a:lnTo>
                <a:lnTo>
                  <a:pt x="320999" y="428452"/>
                </a:lnTo>
                <a:cubicBezTo>
                  <a:pt x="391696" y="499969"/>
                  <a:pt x="533781" y="563301"/>
                  <a:pt x="854625" y="512079"/>
                </a:cubicBezTo>
                <a:cubicBezTo>
                  <a:pt x="1189479" y="428452"/>
                  <a:pt x="1354858" y="-7609"/>
                  <a:pt x="1426018" y="1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13"/>
          <p:cNvGrpSpPr/>
          <p:nvPr/>
        </p:nvGrpSpPr>
        <p:grpSpPr>
          <a:xfrm>
            <a:off x="8768865" y="2573982"/>
            <a:ext cx="461133" cy="483182"/>
            <a:chOff x="-2765399" y="4679237"/>
            <a:chExt cx="2840668" cy="2976493"/>
          </a:xfrm>
        </p:grpSpPr>
        <p:sp>
          <p:nvSpPr>
            <p:cNvPr id="700" name="Google Shape;700;p13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3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p13"/>
          <p:cNvGrpSpPr/>
          <p:nvPr/>
        </p:nvGrpSpPr>
        <p:grpSpPr>
          <a:xfrm rot="2383977">
            <a:off x="10752873" y="2699994"/>
            <a:ext cx="224322" cy="466184"/>
            <a:chOff x="-302912" y="4952296"/>
            <a:chExt cx="1641015" cy="3410347"/>
          </a:xfrm>
        </p:grpSpPr>
        <p:sp>
          <p:nvSpPr>
            <p:cNvPr id="709" name="Google Shape;709;p13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3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3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p13"/>
          <p:cNvGrpSpPr/>
          <p:nvPr/>
        </p:nvGrpSpPr>
        <p:grpSpPr>
          <a:xfrm>
            <a:off x="9747605" y="2531535"/>
            <a:ext cx="325023" cy="484564"/>
            <a:chOff x="1443647" y="5941692"/>
            <a:chExt cx="999933" cy="1490762"/>
          </a:xfrm>
        </p:grpSpPr>
        <p:sp>
          <p:nvSpPr>
            <p:cNvPr id="714" name="Google Shape;714;p13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13"/>
          <p:cNvGrpSpPr/>
          <p:nvPr/>
        </p:nvGrpSpPr>
        <p:grpSpPr>
          <a:xfrm>
            <a:off x="10207365" y="2029921"/>
            <a:ext cx="348941" cy="450909"/>
            <a:chOff x="8486169" y="3185232"/>
            <a:chExt cx="1293157" cy="1671049"/>
          </a:xfrm>
        </p:grpSpPr>
        <p:sp>
          <p:nvSpPr>
            <p:cNvPr id="717" name="Google Shape;717;p13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3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3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13"/>
          <p:cNvGrpSpPr/>
          <p:nvPr/>
        </p:nvGrpSpPr>
        <p:grpSpPr>
          <a:xfrm>
            <a:off x="8306345" y="2064321"/>
            <a:ext cx="295686" cy="338835"/>
            <a:chOff x="3434152" y="230276"/>
            <a:chExt cx="5117562" cy="5864346"/>
          </a:xfrm>
        </p:grpSpPr>
        <p:sp>
          <p:nvSpPr>
            <p:cNvPr id="722" name="Google Shape;722;p13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3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3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3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3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13"/>
          <p:cNvGrpSpPr/>
          <p:nvPr/>
        </p:nvGrpSpPr>
        <p:grpSpPr>
          <a:xfrm>
            <a:off x="7838859" y="2746558"/>
            <a:ext cx="273405" cy="362835"/>
            <a:chOff x="4494569" y="152884"/>
            <a:chExt cx="4120238" cy="5467955"/>
          </a:xfrm>
        </p:grpSpPr>
        <p:sp>
          <p:nvSpPr>
            <p:cNvPr id="728" name="Google Shape;728;p13"/>
            <p:cNvSpPr/>
            <p:nvPr/>
          </p:nvSpPr>
          <p:spPr>
            <a:xfrm>
              <a:off x="4494569" y="1657147"/>
              <a:ext cx="4120238" cy="3963692"/>
            </a:xfrm>
            <a:custGeom>
              <a:rect b="b" l="l" r="r" t="t"/>
              <a:pathLst>
                <a:path extrusionOk="0" h="2717027" w="2824332">
                  <a:moveTo>
                    <a:pt x="700429" y="78908"/>
                  </a:moveTo>
                  <a:cubicBezTo>
                    <a:pt x="1280281" y="-130034"/>
                    <a:pt x="1243598" y="137911"/>
                    <a:pt x="1538605" y="174709"/>
                  </a:cubicBezTo>
                  <a:cubicBezTo>
                    <a:pt x="1833612" y="211507"/>
                    <a:pt x="2005673" y="3206"/>
                    <a:pt x="2470472" y="299697"/>
                  </a:cubicBezTo>
                  <a:cubicBezTo>
                    <a:pt x="2672624" y="460001"/>
                    <a:pt x="2826072" y="810217"/>
                    <a:pt x="2824318" y="1240165"/>
                  </a:cubicBezTo>
                  <a:cubicBezTo>
                    <a:pt x="2821304" y="1979012"/>
                    <a:pt x="2363222" y="2982394"/>
                    <a:pt x="1412159" y="2652324"/>
                  </a:cubicBezTo>
                  <a:cubicBezTo>
                    <a:pt x="302174" y="2872372"/>
                    <a:pt x="0" y="2020079"/>
                    <a:pt x="0" y="1240165"/>
                  </a:cubicBezTo>
                  <a:cubicBezTo>
                    <a:pt x="0" y="752719"/>
                    <a:pt x="217788" y="313228"/>
                    <a:pt x="700429" y="789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6612967" y="749435"/>
              <a:ext cx="619195" cy="1253635"/>
            </a:xfrm>
            <a:custGeom>
              <a:rect b="b" l="l" r="r" t="t"/>
              <a:pathLst>
                <a:path extrusionOk="0" h="720359" w="639363">
                  <a:moveTo>
                    <a:pt x="0" y="720359"/>
                  </a:moveTo>
                  <a:cubicBezTo>
                    <a:pt x="55871" y="604133"/>
                    <a:pt x="-123074" y="234012"/>
                    <a:pt x="624660" y="0"/>
                  </a:cubicBezTo>
                  <a:lnTo>
                    <a:pt x="639363" y="70891"/>
                  </a:lnTo>
                  <a:cubicBezTo>
                    <a:pt x="171667" y="192706"/>
                    <a:pt x="225241" y="535080"/>
                    <a:pt x="289436" y="697358"/>
                  </a:cubicBezTo>
                  <a:cubicBezTo>
                    <a:pt x="222351" y="707300"/>
                    <a:pt x="67085" y="710417"/>
                    <a:pt x="0" y="720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flipH="1" rot="673055">
              <a:off x="5003325" y="302151"/>
              <a:ext cx="1652805" cy="1203624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13"/>
          <p:cNvGrpSpPr/>
          <p:nvPr/>
        </p:nvGrpSpPr>
        <p:grpSpPr>
          <a:xfrm>
            <a:off x="10483181" y="3576649"/>
            <a:ext cx="276657" cy="334199"/>
            <a:chOff x="810583" y="3002376"/>
            <a:chExt cx="2962062" cy="3578146"/>
          </a:xfrm>
        </p:grpSpPr>
        <p:sp>
          <p:nvSpPr>
            <p:cNvPr id="732" name="Google Shape;732;p13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3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3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13"/>
          <p:cNvGrpSpPr/>
          <p:nvPr/>
        </p:nvGrpSpPr>
        <p:grpSpPr>
          <a:xfrm>
            <a:off x="9273950" y="1846135"/>
            <a:ext cx="311658" cy="311658"/>
            <a:chOff x="847837" y="4367156"/>
            <a:chExt cx="1901842" cy="1901842"/>
          </a:xfrm>
        </p:grpSpPr>
        <p:sp>
          <p:nvSpPr>
            <p:cNvPr id="737" name="Google Shape;737;p13"/>
            <p:cNvSpPr/>
            <p:nvPr/>
          </p:nvSpPr>
          <p:spPr>
            <a:xfrm>
              <a:off x="1025650" y="4550276"/>
              <a:ext cx="1546216" cy="1535602"/>
            </a:xfrm>
            <a:custGeom>
              <a:rect b="b" l="l" r="r" t="t"/>
              <a:pathLst>
                <a:path extrusionOk="0" h="1535602" w="1546216">
                  <a:moveTo>
                    <a:pt x="773108" y="812220"/>
                  </a:moveTo>
                  <a:lnTo>
                    <a:pt x="1014235" y="1535602"/>
                  </a:lnTo>
                  <a:lnTo>
                    <a:pt x="531981" y="1535602"/>
                  </a:lnTo>
                  <a:close/>
                  <a:moveTo>
                    <a:pt x="812454" y="794439"/>
                  </a:moveTo>
                  <a:lnTo>
                    <a:pt x="1485297" y="1153195"/>
                  </a:lnTo>
                  <a:lnTo>
                    <a:pt x="1135476" y="1485150"/>
                  </a:lnTo>
                  <a:close/>
                  <a:moveTo>
                    <a:pt x="735369" y="794439"/>
                  </a:moveTo>
                  <a:lnTo>
                    <a:pt x="412347" y="1485150"/>
                  </a:lnTo>
                  <a:lnTo>
                    <a:pt x="62526" y="1153195"/>
                  </a:lnTo>
                  <a:close/>
                  <a:moveTo>
                    <a:pt x="1546216" y="528939"/>
                  </a:moveTo>
                  <a:lnTo>
                    <a:pt x="1546216" y="1011193"/>
                  </a:lnTo>
                  <a:lnTo>
                    <a:pt x="822834" y="770066"/>
                  </a:lnTo>
                  <a:close/>
                  <a:moveTo>
                    <a:pt x="0" y="528939"/>
                  </a:moveTo>
                  <a:lnTo>
                    <a:pt x="723382" y="770066"/>
                  </a:lnTo>
                  <a:lnTo>
                    <a:pt x="0" y="1011193"/>
                  </a:lnTo>
                  <a:close/>
                  <a:moveTo>
                    <a:pt x="1152010" y="61443"/>
                  </a:moveTo>
                  <a:lnTo>
                    <a:pt x="1491031" y="404420"/>
                  </a:lnTo>
                  <a:lnTo>
                    <a:pt x="807054" y="741464"/>
                  </a:lnTo>
                  <a:close/>
                  <a:moveTo>
                    <a:pt x="395813" y="61443"/>
                  </a:moveTo>
                  <a:lnTo>
                    <a:pt x="740769" y="741464"/>
                  </a:lnTo>
                  <a:lnTo>
                    <a:pt x="56792" y="404420"/>
                  </a:lnTo>
                  <a:close/>
                  <a:moveTo>
                    <a:pt x="531981" y="0"/>
                  </a:moveTo>
                  <a:lnTo>
                    <a:pt x="1014235" y="0"/>
                  </a:lnTo>
                  <a:lnTo>
                    <a:pt x="773108" y="7233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847837" y="4367156"/>
              <a:ext cx="1901842" cy="1901842"/>
            </a:xfrm>
            <a:prstGeom prst="donut">
              <a:avLst>
                <a:gd fmla="val 323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9" name="Google Shape;739;p13"/>
          <p:cNvGrpSpPr/>
          <p:nvPr/>
        </p:nvGrpSpPr>
        <p:grpSpPr>
          <a:xfrm rot="7967816">
            <a:off x="7768744" y="3535637"/>
            <a:ext cx="249977" cy="1597486"/>
            <a:chOff x="1055023" y="2447148"/>
            <a:chExt cx="489227" cy="3126415"/>
          </a:xfrm>
        </p:grpSpPr>
        <p:grpSp>
          <p:nvGrpSpPr>
            <p:cNvPr id="740" name="Google Shape;740;p13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741" name="Google Shape;741;p13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3" name="Google Shape;743;p13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p13"/>
          <p:cNvGrpSpPr/>
          <p:nvPr/>
        </p:nvGrpSpPr>
        <p:grpSpPr>
          <a:xfrm rot="-8106467">
            <a:off x="10768870" y="3638123"/>
            <a:ext cx="338469" cy="1516294"/>
            <a:chOff x="4241914" y="2176670"/>
            <a:chExt cx="1118390" cy="5010230"/>
          </a:xfrm>
        </p:grpSpPr>
        <p:sp>
          <p:nvSpPr>
            <p:cNvPr id="745" name="Google Shape;745;p13"/>
            <p:cNvSpPr/>
            <p:nvPr/>
          </p:nvSpPr>
          <p:spPr>
            <a:xfrm>
              <a:off x="4241914" y="2176670"/>
              <a:ext cx="1118390" cy="1811875"/>
            </a:xfrm>
            <a:custGeom>
              <a:rect b="b" l="l" r="r" t="t"/>
              <a:pathLst>
                <a:path extrusionOk="0" h="1872094" w="1155560">
                  <a:moveTo>
                    <a:pt x="184" y="933863"/>
                  </a:moveTo>
                  <a:cubicBezTo>
                    <a:pt x="-7861" y="453961"/>
                    <a:pt x="248634" y="6457"/>
                    <a:pt x="599192" y="58"/>
                  </a:cubicBezTo>
                  <a:cubicBezTo>
                    <a:pt x="949750" y="-6341"/>
                    <a:pt x="1147347" y="524204"/>
                    <a:pt x="1155393" y="954723"/>
                  </a:cubicBezTo>
                  <a:cubicBezTo>
                    <a:pt x="1163439" y="1385242"/>
                    <a:pt x="879509" y="1875552"/>
                    <a:pt x="588208" y="1872076"/>
                  </a:cubicBezTo>
                  <a:cubicBezTo>
                    <a:pt x="296907" y="1868600"/>
                    <a:pt x="8229" y="1413765"/>
                    <a:pt x="184" y="9338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4624785" y="3962858"/>
              <a:ext cx="352648" cy="3044392"/>
            </a:xfrm>
            <a:prstGeom prst="trapezoid">
              <a:avLst>
                <a:gd fmla="val 17206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4624785" y="6834252"/>
              <a:ext cx="352648" cy="3526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8" name="Google Shape;748;p13"/>
          <p:cNvSpPr/>
          <p:nvPr/>
        </p:nvSpPr>
        <p:spPr>
          <a:xfrm rot="2700000">
            <a:off x="1244907" y="1480706"/>
            <a:ext cx="389390" cy="684095"/>
          </a:xfrm>
          <a:custGeom>
            <a:rect b="b" l="l" r="r" t="t"/>
            <a:pathLst>
              <a:path extrusionOk="0" h="4001999" w="2232248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3"/>
          <p:cNvSpPr/>
          <p:nvPr/>
        </p:nvSpPr>
        <p:spPr>
          <a:xfrm rot="-3595519">
            <a:off x="1340245" y="2676009"/>
            <a:ext cx="225664" cy="502732"/>
          </a:xfrm>
          <a:custGeom>
            <a:rect b="b" l="l" r="r" t="t"/>
            <a:pathLst>
              <a:path extrusionOk="0" h="343323" w="154109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3"/>
          <p:cNvSpPr/>
          <p:nvPr/>
        </p:nvSpPr>
        <p:spPr>
          <a:xfrm>
            <a:off x="1185784" y="5665538"/>
            <a:ext cx="523448" cy="515054"/>
          </a:xfrm>
          <a:custGeom>
            <a:rect b="b" l="l" r="r" t="t"/>
            <a:pathLst>
              <a:path extrusionOk="0" h="3162551" w="3214097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79B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1" name="Google Shape;751;p13"/>
          <p:cNvGrpSpPr/>
          <p:nvPr/>
        </p:nvGrpSpPr>
        <p:grpSpPr>
          <a:xfrm>
            <a:off x="1816963" y="3628422"/>
            <a:ext cx="4953211" cy="1610123"/>
            <a:chOff x="5063138" y="1654765"/>
            <a:chExt cx="2738529" cy="1010221"/>
          </a:xfrm>
        </p:grpSpPr>
        <p:sp>
          <p:nvSpPr>
            <p:cNvPr id="752" name="Google Shape;752;p13"/>
            <p:cNvSpPr txBox="1"/>
            <p:nvPr/>
          </p:nvSpPr>
          <p:spPr>
            <a:xfrm>
              <a:off x="5063138" y="1654765"/>
              <a:ext cx="2717823" cy="251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MERCADO VEGANO</a:t>
              </a:r>
              <a:endParaRPr b="1" sz="12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3"/>
            <p:cNvSpPr txBox="1"/>
            <p:nvPr/>
          </p:nvSpPr>
          <p:spPr>
            <a:xfrm>
              <a:off x="5083844" y="1891268"/>
              <a:ext cx="2717823" cy="773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ESTADÃO. Número de vegetarianos dobra. 2017. Disponível em: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&lt;https://emais.estadao.com.br/blogs/comida-de-verdade/mercado-vegano-cresce-40-ao-ano-no-brasil/&gt; Acesso em: 02 nov 2018.</a:t>
              </a:r>
              <a:endParaRPr/>
            </a:p>
          </p:txBody>
        </p:sp>
      </p:grpSp>
      <p:grpSp>
        <p:nvGrpSpPr>
          <p:cNvPr id="754" name="Google Shape;754;p13"/>
          <p:cNvGrpSpPr/>
          <p:nvPr/>
        </p:nvGrpSpPr>
        <p:grpSpPr>
          <a:xfrm>
            <a:off x="1193752" y="3495012"/>
            <a:ext cx="501135" cy="747122"/>
            <a:chOff x="1443647" y="5941692"/>
            <a:chExt cx="999933" cy="1490762"/>
          </a:xfrm>
        </p:grpSpPr>
        <p:sp>
          <p:nvSpPr>
            <p:cNvPr id="755" name="Google Shape;755;p13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rgbClr val="9DC51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"/>
          <p:cNvSpPr txBox="1"/>
          <p:nvPr>
            <p:ph idx="1" type="body"/>
          </p:nvPr>
        </p:nvSpPr>
        <p:spPr>
          <a:xfrm>
            <a:off x="0" y="413083"/>
            <a:ext cx="11271083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Referências</a:t>
            </a:r>
            <a:endParaRPr/>
          </a:p>
        </p:txBody>
      </p:sp>
      <p:grpSp>
        <p:nvGrpSpPr>
          <p:cNvPr id="762" name="Google Shape;762;p14"/>
          <p:cNvGrpSpPr/>
          <p:nvPr/>
        </p:nvGrpSpPr>
        <p:grpSpPr>
          <a:xfrm>
            <a:off x="1839145" y="2345945"/>
            <a:ext cx="5583054" cy="1311005"/>
            <a:chOff x="5069129" y="1137357"/>
            <a:chExt cx="2876229" cy="766449"/>
          </a:xfrm>
        </p:grpSpPr>
        <p:sp>
          <p:nvSpPr>
            <p:cNvPr id="763" name="Google Shape;763;p14"/>
            <p:cNvSpPr txBox="1"/>
            <p:nvPr/>
          </p:nvSpPr>
          <p:spPr>
            <a:xfrm>
              <a:off x="5074011" y="1137357"/>
              <a:ext cx="2717823" cy="233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2B326"/>
                  </a:solidFill>
                  <a:latin typeface="Arial"/>
                  <a:ea typeface="Arial"/>
                  <a:cs typeface="Arial"/>
                  <a:sym typeface="Arial"/>
                </a:rPr>
                <a:t>CSS</a:t>
              </a:r>
              <a:endParaRPr b="1" sz="1400">
                <a:solidFill>
                  <a:srgbClr val="72B3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4"/>
            <p:cNvSpPr txBox="1"/>
            <p:nvPr/>
          </p:nvSpPr>
          <p:spPr>
            <a:xfrm>
              <a:off x="5069129" y="1346009"/>
              <a:ext cx="2876229" cy="557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MATERA SYSTEMS. O que é CSS e qual sua importância? 2012. Disponível em: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&lt; http://www.matera.com/blog/post/o-que-e-css-e-qual-sua-importancia&gt;. Acesso em: 26 jun 2018.</a:t>
              </a:r>
              <a:endParaRPr/>
            </a:p>
          </p:txBody>
        </p:sp>
      </p:grpSp>
      <p:grpSp>
        <p:nvGrpSpPr>
          <p:cNvPr id="765" name="Google Shape;765;p14"/>
          <p:cNvGrpSpPr/>
          <p:nvPr/>
        </p:nvGrpSpPr>
        <p:grpSpPr>
          <a:xfrm>
            <a:off x="1811932" y="3752627"/>
            <a:ext cx="5288717" cy="914651"/>
            <a:chOff x="5076056" y="1240057"/>
            <a:chExt cx="2724595" cy="534731"/>
          </a:xfrm>
        </p:grpSpPr>
        <p:sp>
          <p:nvSpPr>
            <p:cNvPr id="766" name="Google Shape;766;p14"/>
            <p:cNvSpPr txBox="1"/>
            <p:nvPr/>
          </p:nvSpPr>
          <p:spPr>
            <a:xfrm>
              <a:off x="5076056" y="1240057"/>
              <a:ext cx="2717823" cy="269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PHP</a:t>
              </a:r>
              <a:endParaRPr b="1" sz="1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4"/>
            <p:cNvSpPr txBox="1"/>
            <p:nvPr/>
          </p:nvSpPr>
          <p:spPr>
            <a:xfrm>
              <a:off x="5082828" y="1432912"/>
              <a:ext cx="2717823" cy="341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SOARES, Walace. Programando em PHP. 2° edição. São Paulo: ÉRICA, 2000.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14"/>
          <p:cNvGrpSpPr/>
          <p:nvPr/>
        </p:nvGrpSpPr>
        <p:grpSpPr>
          <a:xfrm>
            <a:off x="1802138" y="4863596"/>
            <a:ext cx="5275572" cy="1860073"/>
            <a:chOff x="5076056" y="1240057"/>
            <a:chExt cx="2717823" cy="1087449"/>
          </a:xfrm>
        </p:grpSpPr>
        <p:sp>
          <p:nvSpPr>
            <p:cNvPr id="769" name="Google Shape;769;p14"/>
            <p:cNvSpPr txBox="1"/>
            <p:nvPr/>
          </p:nvSpPr>
          <p:spPr>
            <a:xfrm>
              <a:off x="5076056" y="1240057"/>
              <a:ext cx="2717823" cy="233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9BA27"/>
                  </a:solidFill>
                  <a:latin typeface="Arial"/>
                  <a:ea typeface="Arial"/>
                  <a:cs typeface="Arial"/>
                  <a:sym typeface="Arial"/>
                </a:rPr>
                <a:t>VEGETARIANISMO</a:t>
              </a:r>
              <a:endParaRPr b="1" sz="1600">
                <a:solidFill>
                  <a:srgbClr val="79BA2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4"/>
            <p:cNvSpPr txBox="1"/>
            <p:nvPr/>
          </p:nvSpPr>
          <p:spPr>
            <a:xfrm>
              <a:off x="5076056" y="1409840"/>
              <a:ext cx="2717823" cy="917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VISTA-SE MAGAZINE. Número de vegetarianos dobra. 2018. Disponível em: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&lt; https://www.vista-se.com.br/ibope-numero-de-vegetarianos-no-brasil-quase-dobra-em-6-anos-e-chega-a-29-milhoes-de-pessoas/&gt;. Acesso em: 02 nov 2018.</a:t>
              </a:r>
              <a:endParaRPr/>
            </a:p>
          </p:txBody>
        </p:sp>
      </p:grpSp>
      <p:grpSp>
        <p:nvGrpSpPr>
          <p:cNvPr id="771" name="Google Shape;771;p14"/>
          <p:cNvGrpSpPr/>
          <p:nvPr/>
        </p:nvGrpSpPr>
        <p:grpSpPr>
          <a:xfrm>
            <a:off x="7954544" y="5073748"/>
            <a:ext cx="2930065" cy="1212262"/>
            <a:chOff x="8556442" y="4986859"/>
            <a:chExt cx="2930065" cy="1212262"/>
          </a:xfrm>
        </p:grpSpPr>
        <p:sp>
          <p:nvSpPr>
            <p:cNvPr id="772" name="Google Shape;772;p14"/>
            <p:cNvSpPr/>
            <p:nvPr/>
          </p:nvSpPr>
          <p:spPr>
            <a:xfrm>
              <a:off x="8556442" y="4986859"/>
              <a:ext cx="2930065" cy="1183580"/>
            </a:xfrm>
            <a:custGeom>
              <a:rect b="b" l="l" r="r" t="t"/>
              <a:pathLst>
                <a:path extrusionOk="0" h="827938" w="2049640">
                  <a:moveTo>
                    <a:pt x="2049640" y="2778"/>
                  </a:moveTo>
                  <a:cubicBezTo>
                    <a:pt x="1934368" y="483133"/>
                    <a:pt x="1523898" y="831032"/>
                    <a:pt x="1029915" y="827918"/>
                  </a:cubicBezTo>
                  <a:cubicBezTo>
                    <a:pt x="535932" y="824803"/>
                    <a:pt x="109206" y="481771"/>
                    <a:pt x="0" y="0"/>
                  </a:cubicBezTo>
                  <a:lnTo>
                    <a:pt x="2049640" y="27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8700000" y="5123084"/>
              <a:ext cx="2594275" cy="1076037"/>
            </a:xfrm>
            <a:custGeom>
              <a:rect b="b" l="l" r="r" t="t"/>
              <a:pathLst>
                <a:path extrusionOk="0" h="827938" w="2049640">
                  <a:moveTo>
                    <a:pt x="2049640" y="2778"/>
                  </a:moveTo>
                  <a:cubicBezTo>
                    <a:pt x="1934368" y="483133"/>
                    <a:pt x="1523898" y="831032"/>
                    <a:pt x="1029915" y="827918"/>
                  </a:cubicBezTo>
                  <a:cubicBezTo>
                    <a:pt x="535932" y="824803"/>
                    <a:pt x="109206" y="481771"/>
                    <a:pt x="0" y="0"/>
                  </a:cubicBezTo>
                  <a:lnTo>
                    <a:pt x="2049640" y="27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4" name="Google Shape;774;p14"/>
          <p:cNvSpPr/>
          <p:nvPr/>
        </p:nvSpPr>
        <p:spPr>
          <a:xfrm>
            <a:off x="7653294" y="261960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4"/>
          <p:cNvSpPr/>
          <p:nvPr/>
        </p:nvSpPr>
        <p:spPr>
          <a:xfrm>
            <a:off x="9095540" y="16898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4"/>
          <p:cNvSpPr/>
          <p:nvPr/>
        </p:nvSpPr>
        <p:spPr>
          <a:xfrm>
            <a:off x="10057039" y="1929165"/>
            <a:ext cx="648072" cy="648072"/>
          </a:xfrm>
          <a:prstGeom prst="ellipse">
            <a:avLst/>
          </a:prstGeom>
          <a:solidFill>
            <a:srgbClr val="CAE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4"/>
          <p:cNvSpPr/>
          <p:nvPr/>
        </p:nvSpPr>
        <p:spPr>
          <a:xfrm>
            <a:off x="8134043" y="1929165"/>
            <a:ext cx="648072" cy="648072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4"/>
          <p:cNvSpPr/>
          <p:nvPr/>
        </p:nvSpPr>
        <p:spPr>
          <a:xfrm>
            <a:off x="10537787" y="2619604"/>
            <a:ext cx="648072" cy="648072"/>
          </a:xfrm>
          <a:prstGeom prst="ellipse">
            <a:avLst/>
          </a:prstGeom>
          <a:solidFill>
            <a:srgbClr val="CCE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14"/>
          <p:cNvCxnSpPr>
            <a:stCxn id="780" idx="0"/>
            <a:endCxn id="775" idx="4"/>
          </p:cNvCxnSpPr>
          <p:nvPr/>
        </p:nvCxnSpPr>
        <p:spPr>
          <a:xfrm rot="10800000">
            <a:off x="9419650" y="2337834"/>
            <a:ext cx="20100" cy="24903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81" name="Google Shape;781;p14"/>
          <p:cNvCxnSpPr>
            <a:stCxn id="780" idx="0"/>
            <a:endCxn id="782" idx="4"/>
          </p:cNvCxnSpPr>
          <p:nvPr/>
        </p:nvCxnSpPr>
        <p:spPr>
          <a:xfrm rot="10800000">
            <a:off x="8938750" y="3166134"/>
            <a:ext cx="501000" cy="16620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83" name="Google Shape;783;p14"/>
          <p:cNvCxnSpPr>
            <a:stCxn id="780" idx="0"/>
            <a:endCxn id="784" idx="4"/>
          </p:cNvCxnSpPr>
          <p:nvPr/>
        </p:nvCxnSpPr>
        <p:spPr>
          <a:xfrm flipH="1" rot="10800000">
            <a:off x="9439750" y="3166134"/>
            <a:ext cx="460500" cy="16620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85" name="Google Shape;785;p14"/>
          <p:cNvCxnSpPr>
            <a:stCxn id="780" idx="0"/>
            <a:endCxn id="778" idx="2"/>
          </p:cNvCxnSpPr>
          <p:nvPr/>
        </p:nvCxnSpPr>
        <p:spPr>
          <a:xfrm flipH="1" rot="10800000">
            <a:off x="9439750" y="2943534"/>
            <a:ext cx="1098000" cy="18846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6" name="Google Shape;786;p14"/>
          <p:cNvSpPr/>
          <p:nvPr/>
        </p:nvSpPr>
        <p:spPr>
          <a:xfrm>
            <a:off x="8776891" y="2252402"/>
            <a:ext cx="611784" cy="2490180"/>
          </a:xfrm>
          <a:custGeom>
            <a:rect b="b" l="l" r="r" t="t"/>
            <a:pathLst>
              <a:path extrusionOk="0" h="1566249" w="506994">
                <a:moveTo>
                  <a:pt x="506994" y="1566249"/>
                </a:moveTo>
                <a:lnTo>
                  <a:pt x="321398" y="11316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4"/>
          <p:cNvSpPr/>
          <p:nvPr/>
        </p:nvSpPr>
        <p:spPr>
          <a:xfrm flipH="1">
            <a:off x="9457002" y="2252402"/>
            <a:ext cx="611784" cy="2490180"/>
          </a:xfrm>
          <a:custGeom>
            <a:rect b="b" l="l" r="r" t="t"/>
            <a:pathLst>
              <a:path extrusionOk="0" h="1566249" w="506994">
                <a:moveTo>
                  <a:pt x="506994" y="1566249"/>
                </a:moveTo>
                <a:lnTo>
                  <a:pt x="321398" y="113168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p14"/>
          <p:cNvCxnSpPr>
            <a:stCxn id="774" idx="6"/>
            <a:endCxn id="780" idx="0"/>
          </p:cNvCxnSpPr>
          <p:nvPr/>
        </p:nvCxnSpPr>
        <p:spPr>
          <a:xfrm>
            <a:off x="8301366" y="2943640"/>
            <a:ext cx="1138500" cy="18846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89" name="Google Shape;789;p14"/>
          <p:cNvCxnSpPr>
            <a:stCxn id="780" idx="0"/>
            <a:endCxn id="790" idx="7"/>
          </p:cNvCxnSpPr>
          <p:nvPr/>
        </p:nvCxnSpPr>
        <p:spPr>
          <a:xfrm rot="10800000">
            <a:off x="8513050" y="3563334"/>
            <a:ext cx="926700" cy="12648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91" name="Google Shape;791;p14"/>
          <p:cNvCxnSpPr>
            <a:stCxn id="780" idx="0"/>
            <a:endCxn id="792" idx="1"/>
          </p:cNvCxnSpPr>
          <p:nvPr/>
        </p:nvCxnSpPr>
        <p:spPr>
          <a:xfrm flipH="1" rot="10800000">
            <a:off x="9439750" y="3515634"/>
            <a:ext cx="946800" cy="1312500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0" name="Google Shape;780;p14"/>
          <p:cNvSpPr/>
          <p:nvPr/>
        </p:nvSpPr>
        <p:spPr>
          <a:xfrm>
            <a:off x="9332415" y="4828134"/>
            <a:ext cx="214669" cy="2146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4"/>
          <p:cNvSpPr/>
          <p:nvPr/>
        </p:nvSpPr>
        <p:spPr>
          <a:xfrm>
            <a:off x="10291539" y="3420786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4"/>
          <p:cNvSpPr/>
          <p:nvPr/>
        </p:nvSpPr>
        <p:spPr>
          <a:xfrm>
            <a:off x="7959908" y="3468354"/>
            <a:ext cx="648072" cy="648072"/>
          </a:xfrm>
          <a:prstGeom prst="ellipse">
            <a:avLst/>
          </a:prstGeom>
          <a:solidFill>
            <a:srgbClr val="CAEB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4"/>
          <p:cNvSpPr/>
          <p:nvPr/>
        </p:nvSpPr>
        <p:spPr>
          <a:xfrm>
            <a:off x="8614792" y="2517974"/>
            <a:ext cx="648072" cy="648072"/>
          </a:xfrm>
          <a:prstGeom prst="ellipse">
            <a:avLst/>
          </a:prstGeom>
          <a:solidFill>
            <a:srgbClr val="CCE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4"/>
          <p:cNvSpPr/>
          <p:nvPr/>
        </p:nvSpPr>
        <p:spPr>
          <a:xfrm>
            <a:off x="9576290" y="2517974"/>
            <a:ext cx="648072" cy="648072"/>
          </a:xfrm>
          <a:prstGeom prst="ellipse">
            <a:avLst/>
          </a:prstGeom>
          <a:solidFill>
            <a:srgbClr val="5A8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4"/>
          <p:cNvSpPr/>
          <p:nvPr/>
        </p:nvSpPr>
        <p:spPr>
          <a:xfrm rot="1376371">
            <a:off x="8109262" y="3641076"/>
            <a:ext cx="381810" cy="307778"/>
          </a:xfrm>
          <a:custGeom>
            <a:rect b="b" l="l" r="r" t="t"/>
            <a:pathLst>
              <a:path extrusionOk="0" h="1369652" w="1699104">
                <a:moveTo>
                  <a:pt x="1426018" y="100"/>
                </a:moveTo>
                <a:cubicBezTo>
                  <a:pt x="1538052" y="-1238"/>
                  <a:pt x="1521372" y="676489"/>
                  <a:pt x="905616" y="806363"/>
                </a:cubicBezTo>
                <a:cubicBezTo>
                  <a:pt x="615918" y="859803"/>
                  <a:pt x="247425" y="663322"/>
                  <a:pt x="283242" y="523532"/>
                </a:cubicBezTo>
                <a:cubicBezTo>
                  <a:pt x="295726" y="486047"/>
                  <a:pt x="248406" y="473678"/>
                  <a:pt x="222649" y="437351"/>
                </a:cubicBezTo>
                <a:lnTo>
                  <a:pt x="229092" y="431928"/>
                </a:lnTo>
                <a:lnTo>
                  <a:pt x="214241" y="431928"/>
                </a:lnTo>
                <a:lnTo>
                  <a:pt x="219121" y="466941"/>
                </a:lnTo>
                <a:cubicBezTo>
                  <a:pt x="244983" y="601662"/>
                  <a:pt x="334031" y="752109"/>
                  <a:pt x="726011" y="922236"/>
                </a:cubicBezTo>
                <a:cubicBezTo>
                  <a:pt x="1154486" y="1061180"/>
                  <a:pt x="1595961" y="678971"/>
                  <a:pt x="1670649" y="741110"/>
                </a:cubicBezTo>
                <a:cubicBezTo>
                  <a:pt x="1796893" y="821695"/>
                  <a:pt x="1518097" y="1557237"/>
                  <a:pt x="531731" y="1324252"/>
                </a:cubicBezTo>
                <a:cubicBezTo>
                  <a:pt x="208334" y="1231723"/>
                  <a:pt x="-112945" y="851176"/>
                  <a:pt x="91918" y="541992"/>
                </a:cubicBezTo>
                <a:cubicBezTo>
                  <a:pt x="120456" y="512888"/>
                  <a:pt x="123138" y="500113"/>
                  <a:pt x="120379" y="467947"/>
                </a:cubicBezTo>
                <a:lnTo>
                  <a:pt x="116938" y="431928"/>
                </a:lnTo>
                <a:lnTo>
                  <a:pt x="33060" y="431928"/>
                </a:lnTo>
                <a:cubicBezTo>
                  <a:pt x="14802" y="431928"/>
                  <a:pt x="0" y="417126"/>
                  <a:pt x="0" y="398866"/>
                </a:cubicBezTo>
                <a:lnTo>
                  <a:pt x="0" y="295655"/>
                </a:lnTo>
                <a:cubicBezTo>
                  <a:pt x="0" y="277396"/>
                  <a:pt x="14802" y="262594"/>
                  <a:pt x="33060" y="262594"/>
                </a:cubicBezTo>
                <a:lnTo>
                  <a:pt x="303652" y="262594"/>
                </a:lnTo>
                <a:cubicBezTo>
                  <a:pt x="321912" y="262594"/>
                  <a:pt x="336714" y="277396"/>
                  <a:pt x="336714" y="295655"/>
                </a:cubicBezTo>
                <a:lnTo>
                  <a:pt x="336714" y="398866"/>
                </a:lnTo>
                <a:cubicBezTo>
                  <a:pt x="336714" y="407996"/>
                  <a:pt x="333014" y="416262"/>
                  <a:pt x="327031" y="422244"/>
                </a:cubicBezTo>
                <a:lnTo>
                  <a:pt x="318665" y="425709"/>
                </a:lnTo>
                <a:lnTo>
                  <a:pt x="320999" y="428452"/>
                </a:lnTo>
                <a:cubicBezTo>
                  <a:pt x="391696" y="499969"/>
                  <a:pt x="533781" y="563301"/>
                  <a:pt x="854625" y="512079"/>
                </a:cubicBezTo>
                <a:cubicBezTo>
                  <a:pt x="1189479" y="428452"/>
                  <a:pt x="1354858" y="-7609"/>
                  <a:pt x="1426018" y="1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14"/>
          <p:cNvGrpSpPr/>
          <p:nvPr/>
        </p:nvGrpSpPr>
        <p:grpSpPr>
          <a:xfrm>
            <a:off x="8768865" y="2573982"/>
            <a:ext cx="461133" cy="483182"/>
            <a:chOff x="-2765399" y="4679237"/>
            <a:chExt cx="2840668" cy="2976493"/>
          </a:xfrm>
        </p:grpSpPr>
        <p:sp>
          <p:nvSpPr>
            <p:cNvPr id="795" name="Google Shape;795;p14"/>
            <p:cNvSpPr/>
            <p:nvPr/>
          </p:nvSpPr>
          <p:spPr>
            <a:xfrm rot="2641289">
              <a:off x="-1645446" y="4983810"/>
              <a:ext cx="1439231" cy="1391912"/>
            </a:xfrm>
            <a:custGeom>
              <a:rect b="b" l="l" r="r" t="t"/>
              <a:pathLst>
                <a:path extrusionOk="0" h="4413028" w="4563041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-2765399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-2087475" y="5763559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-2426437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-1748513" y="6399581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-2091459" y="7035602"/>
              <a:ext cx="620128" cy="62012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4"/>
            <p:cNvSpPr/>
            <p:nvPr/>
          </p:nvSpPr>
          <p:spPr>
            <a:xfrm rot="-920152">
              <a:off x="-2235846" y="5444190"/>
              <a:ext cx="828000" cy="135552"/>
            </a:xfrm>
            <a:prstGeom prst="roundRect">
              <a:avLst>
                <a:gd fmla="val 4917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-1843268" y="5499851"/>
              <a:ext cx="156344" cy="316035"/>
            </a:xfrm>
            <a:prstGeom prst="roundRect">
              <a:avLst>
                <a:gd fmla="val 2002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14"/>
          <p:cNvGrpSpPr/>
          <p:nvPr/>
        </p:nvGrpSpPr>
        <p:grpSpPr>
          <a:xfrm rot="2383977">
            <a:off x="10752873" y="2699994"/>
            <a:ext cx="224322" cy="466184"/>
            <a:chOff x="-302912" y="4952296"/>
            <a:chExt cx="1641015" cy="3410347"/>
          </a:xfrm>
        </p:grpSpPr>
        <p:sp>
          <p:nvSpPr>
            <p:cNvPr id="804" name="Google Shape;804;p14"/>
            <p:cNvSpPr/>
            <p:nvPr/>
          </p:nvSpPr>
          <p:spPr>
            <a:xfrm>
              <a:off x="-16779" y="5815886"/>
              <a:ext cx="976601" cy="2546757"/>
            </a:xfrm>
            <a:custGeom>
              <a:rect b="b" l="l" r="r" t="t"/>
              <a:pathLst>
                <a:path extrusionOk="0" h="2546757" w="976601">
                  <a:moveTo>
                    <a:pt x="245997" y="1541896"/>
                  </a:moveTo>
                  <a:cubicBezTo>
                    <a:pt x="216174" y="1541896"/>
                    <a:pt x="191997" y="1566073"/>
                    <a:pt x="191997" y="1595896"/>
                  </a:cubicBezTo>
                  <a:cubicBezTo>
                    <a:pt x="191997" y="1625719"/>
                    <a:pt x="216174" y="1649896"/>
                    <a:pt x="245997" y="1649896"/>
                  </a:cubicBezTo>
                  <a:lnTo>
                    <a:pt x="353997" y="1649896"/>
                  </a:lnTo>
                  <a:cubicBezTo>
                    <a:pt x="383820" y="1649896"/>
                    <a:pt x="407997" y="1625719"/>
                    <a:pt x="407997" y="1595896"/>
                  </a:cubicBezTo>
                  <a:cubicBezTo>
                    <a:pt x="407997" y="1566073"/>
                    <a:pt x="383820" y="1541896"/>
                    <a:pt x="353997" y="1541896"/>
                  </a:cubicBezTo>
                  <a:close/>
                  <a:moveTo>
                    <a:pt x="510373" y="50"/>
                  </a:moveTo>
                  <a:cubicBezTo>
                    <a:pt x="645650" y="2191"/>
                    <a:pt x="775789" y="72397"/>
                    <a:pt x="885380" y="214523"/>
                  </a:cubicBezTo>
                  <a:cubicBezTo>
                    <a:pt x="940604" y="292864"/>
                    <a:pt x="968376" y="423579"/>
                    <a:pt x="975808" y="584318"/>
                  </a:cubicBezTo>
                  <a:lnTo>
                    <a:pt x="976601" y="731372"/>
                  </a:lnTo>
                  <a:lnTo>
                    <a:pt x="948804" y="719858"/>
                  </a:lnTo>
                  <a:lnTo>
                    <a:pt x="696804" y="719858"/>
                  </a:lnTo>
                  <a:cubicBezTo>
                    <a:pt x="666981" y="719858"/>
                    <a:pt x="642804" y="744035"/>
                    <a:pt x="642804" y="773858"/>
                  </a:cubicBezTo>
                  <a:cubicBezTo>
                    <a:pt x="642804" y="803681"/>
                    <a:pt x="666981" y="827858"/>
                    <a:pt x="696804" y="827858"/>
                  </a:cubicBezTo>
                  <a:lnTo>
                    <a:pt x="948804" y="827858"/>
                  </a:lnTo>
                  <a:lnTo>
                    <a:pt x="972918" y="817870"/>
                  </a:lnTo>
                  <a:lnTo>
                    <a:pt x="966749" y="921008"/>
                  </a:lnTo>
                  <a:lnTo>
                    <a:pt x="806380" y="921008"/>
                  </a:lnTo>
                  <a:cubicBezTo>
                    <a:pt x="776557" y="921008"/>
                    <a:pt x="752380" y="945185"/>
                    <a:pt x="752380" y="975008"/>
                  </a:cubicBezTo>
                  <a:cubicBezTo>
                    <a:pt x="752380" y="1004831"/>
                    <a:pt x="776557" y="1029008"/>
                    <a:pt x="806380" y="1029008"/>
                  </a:cubicBezTo>
                  <a:lnTo>
                    <a:pt x="955051" y="1029008"/>
                  </a:lnTo>
                  <a:lnTo>
                    <a:pt x="933789" y="1208993"/>
                  </a:lnTo>
                  <a:cubicBezTo>
                    <a:pt x="910261" y="1369418"/>
                    <a:pt x="878795" y="1532982"/>
                    <a:pt x="843059" y="1688156"/>
                  </a:cubicBezTo>
                  <a:lnTo>
                    <a:pt x="810682" y="1817456"/>
                  </a:lnTo>
                  <a:lnTo>
                    <a:pt x="806987" y="1811976"/>
                  </a:lnTo>
                  <a:cubicBezTo>
                    <a:pt x="797215" y="1802204"/>
                    <a:pt x="783715" y="1796159"/>
                    <a:pt x="768803" y="1796159"/>
                  </a:cubicBezTo>
                  <a:lnTo>
                    <a:pt x="660803" y="1796159"/>
                  </a:lnTo>
                  <a:cubicBezTo>
                    <a:pt x="630980" y="1796159"/>
                    <a:pt x="606803" y="1820336"/>
                    <a:pt x="606803" y="1850159"/>
                  </a:cubicBezTo>
                  <a:cubicBezTo>
                    <a:pt x="606803" y="1879982"/>
                    <a:pt x="630980" y="1904159"/>
                    <a:pt x="660803" y="1904159"/>
                  </a:cubicBezTo>
                  <a:lnTo>
                    <a:pt x="768803" y="1904159"/>
                  </a:lnTo>
                  <a:lnTo>
                    <a:pt x="791304" y="1894839"/>
                  </a:lnTo>
                  <a:lnTo>
                    <a:pt x="786712" y="1913180"/>
                  </a:lnTo>
                  <a:cubicBezTo>
                    <a:pt x="688992" y="2272925"/>
                    <a:pt x="576055" y="2544183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ubicBezTo>
                    <a:pt x="234684" y="63836"/>
                    <a:pt x="375097" y="-2091"/>
                    <a:pt x="510373" y="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339044" y="4952296"/>
              <a:ext cx="339180" cy="8833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4"/>
            <p:cNvSpPr/>
            <p:nvPr/>
          </p:nvSpPr>
          <p:spPr>
            <a:xfrm rot="3314848">
              <a:off x="782588" y="5196133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4"/>
            <p:cNvSpPr/>
            <p:nvPr/>
          </p:nvSpPr>
          <p:spPr>
            <a:xfrm flipH="1" rot="-3314848">
              <a:off x="-46881" y="5188454"/>
              <a:ext cx="299484" cy="77995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14"/>
          <p:cNvGrpSpPr/>
          <p:nvPr/>
        </p:nvGrpSpPr>
        <p:grpSpPr>
          <a:xfrm>
            <a:off x="9747605" y="2531535"/>
            <a:ext cx="325023" cy="484564"/>
            <a:chOff x="1443647" y="5941692"/>
            <a:chExt cx="999933" cy="1490762"/>
          </a:xfrm>
        </p:grpSpPr>
        <p:sp>
          <p:nvSpPr>
            <p:cNvPr id="809" name="Google Shape;809;p14"/>
            <p:cNvSpPr/>
            <p:nvPr/>
          </p:nvSpPr>
          <p:spPr>
            <a:xfrm rot="-2873234">
              <a:off x="1591177" y="6073177"/>
              <a:ext cx="649524" cy="664417"/>
            </a:xfrm>
            <a:custGeom>
              <a:rect b="b" l="l" r="r" t="t"/>
              <a:pathLst>
                <a:path extrusionOk="0" h="664417" w="649524">
                  <a:moveTo>
                    <a:pt x="595563" y="330541"/>
                  </a:moveTo>
                  <a:lnTo>
                    <a:pt x="467923" y="483367"/>
                  </a:lnTo>
                  <a:lnTo>
                    <a:pt x="649524" y="614165"/>
                  </a:lnTo>
                  <a:lnTo>
                    <a:pt x="385615" y="664417"/>
                  </a:lnTo>
                  <a:lnTo>
                    <a:pt x="0" y="237839"/>
                  </a:lnTo>
                  <a:lnTo>
                    <a:pt x="102292" y="0"/>
                  </a:lnTo>
                  <a:lnTo>
                    <a:pt x="198503" y="223701"/>
                  </a:lnTo>
                  <a:lnTo>
                    <a:pt x="370293" y="108290"/>
                  </a:lnTo>
                  <a:lnTo>
                    <a:pt x="330049" y="3471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443647" y="6488440"/>
              <a:ext cx="999933" cy="944014"/>
            </a:xfrm>
            <a:custGeom>
              <a:rect b="b" l="l" r="r" t="t"/>
              <a:pathLst>
                <a:path extrusionOk="0" h="944014" w="999933">
                  <a:moveTo>
                    <a:pt x="493971" y="733792"/>
                  </a:moveTo>
                  <a:cubicBezTo>
                    <a:pt x="485574" y="746509"/>
                    <a:pt x="475878" y="757768"/>
                    <a:pt x="464882" y="767569"/>
                  </a:cubicBezTo>
                  <a:cubicBezTo>
                    <a:pt x="449079" y="781654"/>
                    <a:pt x="447686" y="805882"/>
                    <a:pt x="461770" y="821685"/>
                  </a:cubicBezTo>
                  <a:cubicBezTo>
                    <a:pt x="475855" y="837488"/>
                    <a:pt x="500083" y="838881"/>
                    <a:pt x="515886" y="824796"/>
                  </a:cubicBezTo>
                  <a:lnTo>
                    <a:pt x="515886" y="824796"/>
                  </a:lnTo>
                  <a:cubicBezTo>
                    <a:pt x="531689" y="810711"/>
                    <a:pt x="533082" y="786483"/>
                    <a:pt x="518997" y="770680"/>
                  </a:cubicBezTo>
                  <a:cubicBezTo>
                    <a:pt x="509197" y="759684"/>
                    <a:pt x="500855" y="747387"/>
                    <a:pt x="493971" y="733792"/>
                  </a:cubicBezTo>
                  <a:close/>
                  <a:moveTo>
                    <a:pt x="607567" y="549499"/>
                  </a:moveTo>
                  <a:cubicBezTo>
                    <a:pt x="599170" y="562216"/>
                    <a:pt x="589474" y="573475"/>
                    <a:pt x="578477" y="583276"/>
                  </a:cubicBezTo>
                  <a:cubicBezTo>
                    <a:pt x="562674" y="597361"/>
                    <a:pt x="561280" y="621588"/>
                    <a:pt x="575366" y="637392"/>
                  </a:cubicBezTo>
                  <a:cubicBezTo>
                    <a:pt x="589451" y="653195"/>
                    <a:pt x="613678" y="654588"/>
                    <a:pt x="629482" y="640503"/>
                  </a:cubicBezTo>
                  <a:lnTo>
                    <a:pt x="629481" y="640503"/>
                  </a:lnTo>
                  <a:cubicBezTo>
                    <a:pt x="645284" y="626418"/>
                    <a:pt x="646677" y="602190"/>
                    <a:pt x="632592" y="586387"/>
                  </a:cubicBezTo>
                  <a:cubicBezTo>
                    <a:pt x="622793" y="575391"/>
                    <a:pt x="614451" y="563095"/>
                    <a:pt x="607567" y="549499"/>
                  </a:cubicBezTo>
                  <a:close/>
                  <a:moveTo>
                    <a:pt x="380375" y="549498"/>
                  </a:moveTo>
                  <a:cubicBezTo>
                    <a:pt x="371977" y="562216"/>
                    <a:pt x="362281" y="573476"/>
                    <a:pt x="351285" y="583276"/>
                  </a:cubicBezTo>
                  <a:cubicBezTo>
                    <a:pt x="335481" y="597361"/>
                    <a:pt x="334089" y="621588"/>
                    <a:pt x="348173" y="637392"/>
                  </a:cubicBezTo>
                  <a:cubicBezTo>
                    <a:pt x="362258" y="653196"/>
                    <a:pt x="386486" y="654589"/>
                    <a:pt x="402289" y="640504"/>
                  </a:cubicBezTo>
                  <a:lnTo>
                    <a:pt x="402289" y="640502"/>
                  </a:lnTo>
                  <a:cubicBezTo>
                    <a:pt x="418092" y="626418"/>
                    <a:pt x="419485" y="602190"/>
                    <a:pt x="405401" y="586386"/>
                  </a:cubicBezTo>
                  <a:cubicBezTo>
                    <a:pt x="395600" y="575391"/>
                    <a:pt x="387258" y="563095"/>
                    <a:pt x="380375" y="549498"/>
                  </a:cubicBezTo>
                  <a:close/>
                  <a:moveTo>
                    <a:pt x="721162" y="365204"/>
                  </a:moveTo>
                  <a:cubicBezTo>
                    <a:pt x="712765" y="377922"/>
                    <a:pt x="703069" y="389181"/>
                    <a:pt x="692073" y="398982"/>
                  </a:cubicBezTo>
                  <a:cubicBezTo>
                    <a:pt x="676269" y="413067"/>
                    <a:pt x="674876" y="437295"/>
                    <a:pt x="688961" y="453098"/>
                  </a:cubicBezTo>
                  <a:cubicBezTo>
                    <a:pt x="703046" y="468901"/>
                    <a:pt x="727274" y="470294"/>
                    <a:pt x="743077" y="456209"/>
                  </a:cubicBezTo>
                  <a:lnTo>
                    <a:pt x="743077" y="456208"/>
                  </a:lnTo>
                  <a:cubicBezTo>
                    <a:pt x="758880" y="442124"/>
                    <a:pt x="760273" y="417896"/>
                    <a:pt x="746188" y="402092"/>
                  </a:cubicBezTo>
                  <a:cubicBezTo>
                    <a:pt x="736388" y="391097"/>
                    <a:pt x="728046" y="378800"/>
                    <a:pt x="721162" y="365204"/>
                  </a:cubicBezTo>
                  <a:close/>
                  <a:moveTo>
                    <a:pt x="493970" y="365204"/>
                  </a:moveTo>
                  <a:cubicBezTo>
                    <a:pt x="485573" y="377921"/>
                    <a:pt x="475878" y="389181"/>
                    <a:pt x="464881" y="398981"/>
                  </a:cubicBezTo>
                  <a:cubicBezTo>
                    <a:pt x="449078" y="413067"/>
                    <a:pt x="447685" y="437294"/>
                    <a:pt x="461769" y="453097"/>
                  </a:cubicBezTo>
                  <a:cubicBezTo>
                    <a:pt x="475855" y="468901"/>
                    <a:pt x="500083" y="470294"/>
                    <a:pt x="515885" y="456209"/>
                  </a:cubicBezTo>
                  <a:lnTo>
                    <a:pt x="515885" y="456208"/>
                  </a:lnTo>
                  <a:cubicBezTo>
                    <a:pt x="531689" y="442124"/>
                    <a:pt x="533082" y="417896"/>
                    <a:pt x="518996" y="402092"/>
                  </a:cubicBezTo>
                  <a:cubicBezTo>
                    <a:pt x="509196" y="391096"/>
                    <a:pt x="500854" y="378800"/>
                    <a:pt x="493970" y="365204"/>
                  </a:cubicBezTo>
                  <a:close/>
                  <a:moveTo>
                    <a:pt x="266778" y="365204"/>
                  </a:moveTo>
                  <a:cubicBezTo>
                    <a:pt x="258382" y="377922"/>
                    <a:pt x="248685" y="389182"/>
                    <a:pt x="237689" y="398982"/>
                  </a:cubicBezTo>
                  <a:cubicBezTo>
                    <a:pt x="221886" y="413067"/>
                    <a:pt x="220492" y="437294"/>
                    <a:pt x="234577" y="453098"/>
                  </a:cubicBezTo>
                  <a:cubicBezTo>
                    <a:pt x="248662" y="468902"/>
                    <a:pt x="272890" y="470295"/>
                    <a:pt x="288694" y="456210"/>
                  </a:cubicBezTo>
                  <a:lnTo>
                    <a:pt x="288692" y="456208"/>
                  </a:lnTo>
                  <a:cubicBezTo>
                    <a:pt x="304496" y="442124"/>
                    <a:pt x="305889" y="417896"/>
                    <a:pt x="291804" y="402092"/>
                  </a:cubicBezTo>
                  <a:cubicBezTo>
                    <a:pt x="282004" y="391097"/>
                    <a:pt x="273662" y="378801"/>
                    <a:pt x="266778" y="365204"/>
                  </a:cubicBezTo>
                  <a:close/>
                  <a:moveTo>
                    <a:pt x="834760" y="180910"/>
                  </a:moveTo>
                  <a:cubicBezTo>
                    <a:pt x="826363" y="193628"/>
                    <a:pt x="816667" y="204887"/>
                    <a:pt x="805671" y="214688"/>
                  </a:cubicBezTo>
                  <a:cubicBezTo>
                    <a:pt x="789868" y="228773"/>
                    <a:pt x="788475" y="253000"/>
                    <a:pt x="802559" y="268804"/>
                  </a:cubicBezTo>
                  <a:cubicBezTo>
                    <a:pt x="816644" y="284607"/>
                    <a:pt x="840872" y="286000"/>
                    <a:pt x="856675" y="271915"/>
                  </a:cubicBezTo>
                  <a:lnTo>
                    <a:pt x="856675" y="271914"/>
                  </a:lnTo>
                  <a:cubicBezTo>
                    <a:pt x="872478" y="257829"/>
                    <a:pt x="873871" y="233602"/>
                    <a:pt x="859786" y="217798"/>
                  </a:cubicBezTo>
                  <a:cubicBezTo>
                    <a:pt x="849986" y="206803"/>
                    <a:pt x="841644" y="194506"/>
                    <a:pt x="834760" y="180910"/>
                  </a:cubicBezTo>
                  <a:close/>
                  <a:moveTo>
                    <a:pt x="607566" y="180910"/>
                  </a:moveTo>
                  <a:cubicBezTo>
                    <a:pt x="599169" y="193628"/>
                    <a:pt x="589473" y="204887"/>
                    <a:pt x="578477" y="214688"/>
                  </a:cubicBezTo>
                  <a:cubicBezTo>
                    <a:pt x="562674" y="228773"/>
                    <a:pt x="561281" y="253001"/>
                    <a:pt x="575365" y="268804"/>
                  </a:cubicBezTo>
                  <a:cubicBezTo>
                    <a:pt x="589450" y="284607"/>
                    <a:pt x="613678" y="286000"/>
                    <a:pt x="629481" y="271915"/>
                  </a:cubicBezTo>
                  <a:lnTo>
                    <a:pt x="629481" y="271915"/>
                  </a:lnTo>
                  <a:cubicBezTo>
                    <a:pt x="645284" y="257830"/>
                    <a:pt x="646677" y="233602"/>
                    <a:pt x="632592" y="217798"/>
                  </a:cubicBezTo>
                  <a:cubicBezTo>
                    <a:pt x="622792" y="206803"/>
                    <a:pt x="614450" y="194506"/>
                    <a:pt x="607566" y="180910"/>
                  </a:cubicBezTo>
                  <a:close/>
                  <a:moveTo>
                    <a:pt x="380375" y="180910"/>
                  </a:moveTo>
                  <a:cubicBezTo>
                    <a:pt x="371977" y="193628"/>
                    <a:pt x="362281" y="204887"/>
                    <a:pt x="351284" y="214688"/>
                  </a:cubicBezTo>
                  <a:cubicBezTo>
                    <a:pt x="335481" y="228773"/>
                    <a:pt x="334089" y="253000"/>
                    <a:pt x="348173" y="268804"/>
                  </a:cubicBezTo>
                  <a:cubicBezTo>
                    <a:pt x="362258" y="284607"/>
                    <a:pt x="386486" y="286000"/>
                    <a:pt x="402289" y="271916"/>
                  </a:cubicBezTo>
                  <a:lnTo>
                    <a:pt x="402289" y="271914"/>
                  </a:lnTo>
                  <a:cubicBezTo>
                    <a:pt x="418092" y="257830"/>
                    <a:pt x="419485" y="233602"/>
                    <a:pt x="405400" y="217798"/>
                  </a:cubicBezTo>
                  <a:cubicBezTo>
                    <a:pt x="395600" y="206803"/>
                    <a:pt x="387258" y="194506"/>
                    <a:pt x="380375" y="180910"/>
                  </a:cubicBezTo>
                  <a:close/>
                  <a:moveTo>
                    <a:pt x="153182" y="180910"/>
                  </a:moveTo>
                  <a:cubicBezTo>
                    <a:pt x="144785" y="193628"/>
                    <a:pt x="135089" y="204887"/>
                    <a:pt x="124093" y="214688"/>
                  </a:cubicBezTo>
                  <a:cubicBezTo>
                    <a:pt x="108289" y="228773"/>
                    <a:pt x="106896" y="253000"/>
                    <a:pt x="120981" y="268804"/>
                  </a:cubicBezTo>
                  <a:cubicBezTo>
                    <a:pt x="135067" y="284608"/>
                    <a:pt x="159295" y="286001"/>
                    <a:pt x="175097" y="271915"/>
                  </a:cubicBezTo>
                  <a:lnTo>
                    <a:pt x="175096" y="271914"/>
                  </a:lnTo>
                  <a:cubicBezTo>
                    <a:pt x="190900" y="257830"/>
                    <a:pt x="192293" y="233602"/>
                    <a:pt x="178208" y="217798"/>
                  </a:cubicBezTo>
                  <a:cubicBezTo>
                    <a:pt x="168408" y="206803"/>
                    <a:pt x="160066" y="194506"/>
                    <a:pt x="153182" y="180910"/>
                  </a:cubicBezTo>
                  <a:close/>
                  <a:moveTo>
                    <a:pt x="490628" y="22"/>
                  </a:moveTo>
                  <a:cubicBezTo>
                    <a:pt x="709776" y="1299"/>
                    <a:pt x="930620" y="56503"/>
                    <a:pt x="979166" y="163939"/>
                  </a:cubicBezTo>
                  <a:cubicBezTo>
                    <a:pt x="1104732" y="431200"/>
                    <a:pt x="625219" y="945373"/>
                    <a:pt x="495731" y="944012"/>
                  </a:cubicBezTo>
                  <a:cubicBezTo>
                    <a:pt x="346334" y="939429"/>
                    <a:pt x="-77113" y="489857"/>
                    <a:pt x="12265" y="159671"/>
                  </a:cubicBezTo>
                  <a:cubicBezTo>
                    <a:pt x="54028" y="51397"/>
                    <a:pt x="271480" y="-1255"/>
                    <a:pt x="490628" y="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14"/>
          <p:cNvGrpSpPr/>
          <p:nvPr/>
        </p:nvGrpSpPr>
        <p:grpSpPr>
          <a:xfrm>
            <a:off x="10207365" y="2029921"/>
            <a:ext cx="348941" cy="450909"/>
            <a:chOff x="8486169" y="3185232"/>
            <a:chExt cx="1293157" cy="1671049"/>
          </a:xfrm>
        </p:grpSpPr>
        <p:sp>
          <p:nvSpPr>
            <p:cNvPr id="812" name="Google Shape;812;p14"/>
            <p:cNvSpPr/>
            <p:nvPr/>
          </p:nvSpPr>
          <p:spPr>
            <a:xfrm rot="8100000">
              <a:off x="8675547" y="3752503"/>
              <a:ext cx="914400" cy="914400"/>
            </a:xfrm>
            <a:prstGeom prst="teardrop">
              <a:avLst>
                <a:gd fmla="val 10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9014972" y="3185232"/>
              <a:ext cx="216234" cy="563148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4"/>
            <p:cNvSpPr/>
            <p:nvPr/>
          </p:nvSpPr>
          <p:spPr>
            <a:xfrm rot="3314848">
              <a:off x="9297740" y="3340683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4"/>
            <p:cNvSpPr/>
            <p:nvPr/>
          </p:nvSpPr>
          <p:spPr>
            <a:xfrm flipH="1" rot="-3314848">
              <a:off x="8768936" y="3335788"/>
              <a:ext cx="190927" cy="497240"/>
            </a:xfrm>
            <a:custGeom>
              <a:rect b="b" l="l" r="r" t="t"/>
              <a:pathLst>
                <a:path extrusionOk="0" h="2546757" w="977890">
                  <a:moveTo>
                    <a:pt x="104544" y="193975"/>
                  </a:moveTo>
                  <a:cubicBezTo>
                    <a:pt x="364823" y="-66304"/>
                    <a:pt x="666198" y="-69729"/>
                    <a:pt x="885380" y="214523"/>
                  </a:cubicBezTo>
                  <a:cubicBezTo>
                    <a:pt x="1179906" y="632340"/>
                    <a:pt x="693596" y="2539908"/>
                    <a:pt x="505236" y="2546757"/>
                  </a:cubicBezTo>
                  <a:cubicBezTo>
                    <a:pt x="310027" y="2543332"/>
                    <a:pt x="-224230" y="639190"/>
                    <a:pt x="104544" y="1939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6" name="Google Shape;816;p14"/>
          <p:cNvGrpSpPr/>
          <p:nvPr/>
        </p:nvGrpSpPr>
        <p:grpSpPr>
          <a:xfrm>
            <a:off x="8306345" y="2064321"/>
            <a:ext cx="295686" cy="338835"/>
            <a:chOff x="3434152" y="230276"/>
            <a:chExt cx="5117562" cy="5864346"/>
          </a:xfrm>
        </p:grpSpPr>
        <p:sp>
          <p:nvSpPr>
            <p:cNvPr id="817" name="Google Shape;817;p14"/>
            <p:cNvSpPr/>
            <p:nvPr/>
          </p:nvSpPr>
          <p:spPr>
            <a:xfrm>
              <a:off x="3434152" y="3168165"/>
              <a:ext cx="2828668" cy="2642531"/>
            </a:xfrm>
            <a:custGeom>
              <a:rect b="b" l="l" r="r" t="t"/>
              <a:pathLst>
                <a:path extrusionOk="0" h="2642531" w="2828668">
                  <a:moveTo>
                    <a:pt x="700429" y="69115"/>
                  </a:moveTo>
                  <a:cubicBezTo>
                    <a:pt x="1280281" y="-139827"/>
                    <a:pt x="1186329" y="182560"/>
                    <a:pt x="1591949" y="278273"/>
                  </a:cubicBezTo>
                  <a:cubicBezTo>
                    <a:pt x="1997569" y="373986"/>
                    <a:pt x="2085689" y="113438"/>
                    <a:pt x="2550488" y="409929"/>
                  </a:cubicBezTo>
                  <a:cubicBezTo>
                    <a:pt x="2752640" y="570233"/>
                    <a:pt x="2851209" y="775394"/>
                    <a:pt x="2824318" y="1230372"/>
                  </a:cubicBezTo>
                  <a:cubicBezTo>
                    <a:pt x="2775199" y="2061427"/>
                    <a:pt x="2192073" y="2642531"/>
                    <a:pt x="1412159" y="2642531"/>
                  </a:cubicBezTo>
                  <a:cubicBezTo>
                    <a:pt x="632245" y="2642531"/>
                    <a:pt x="0" y="2010286"/>
                    <a:pt x="0" y="1230372"/>
                  </a:cubicBezTo>
                  <a:cubicBezTo>
                    <a:pt x="0" y="742926"/>
                    <a:pt x="217788" y="303435"/>
                    <a:pt x="700429" y="69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4"/>
            <p:cNvSpPr/>
            <p:nvPr/>
          </p:nvSpPr>
          <p:spPr>
            <a:xfrm flipH="1" rot="-6300000">
              <a:off x="4697268" y="953004"/>
              <a:ext cx="2262873" cy="2437350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4"/>
            <p:cNvSpPr/>
            <p:nvPr/>
          </p:nvSpPr>
          <p:spPr>
            <a:xfrm rot="-1318505">
              <a:off x="5538768" y="3059101"/>
              <a:ext cx="2613462" cy="2642532"/>
            </a:xfrm>
            <a:custGeom>
              <a:rect b="b" l="l" r="r" t="t"/>
              <a:pathLst>
                <a:path extrusionOk="0" h="2642532" w="2613462">
                  <a:moveTo>
                    <a:pt x="2177283" y="323073"/>
                  </a:moveTo>
                  <a:cubicBezTo>
                    <a:pt x="2224968" y="344511"/>
                    <a:pt x="2277182" y="372869"/>
                    <a:pt x="2335282" y="409930"/>
                  </a:cubicBezTo>
                  <a:cubicBezTo>
                    <a:pt x="2537434" y="570234"/>
                    <a:pt x="2636003" y="775395"/>
                    <a:pt x="2609112" y="1230373"/>
                  </a:cubicBezTo>
                  <a:cubicBezTo>
                    <a:pt x="2559993" y="2061428"/>
                    <a:pt x="1976867" y="2642532"/>
                    <a:pt x="1196953" y="2642532"/>
                  </a:cubicBezTo>
                  <a:cubicBezTo>
                    <a:pt x="709507" y="2642532"/>
                    <a:pt x="279744" y="2395561"/>
                    <a:pt x="25969" y="2019925"/>
                  </a:cubicBezTo>
                  <a:lnTo>
                    <a:pt x="0" y="1977178"/>
                  </a:lnTo>
                  <a:lnTo>
                    <a:pt x="52970" y="1957707"/>
                  </a:lnTo>
                  <a:cubicBezTo>
                    <a:pt x="395707" y="1812253"/>
                    <a:pt x="690033" y="1528956"/>
                    <a:pt x="878304" y="1131700"/>
                  </a:cubicBezTo>
                  <a:cubicBezTo>
                    <a:pt x="1084449" y="696728"/>
                    <a:pt x="1068992" y="456841"/>
                    <a:pt x="934359" y="219950"/>
                  </a:cubicBezTo>
                  <a:cubicBezTo>
                    <a:pt x="870975" y="131062"/>
                    <a:pt x="812823" y="66588"/>
                    <a:pt x="757798" y="18822"/>
                  </a:cubicBezTo>
                  <a:lnTo>
                    <a:pt x="738979" y="4034"/>
                  </a:lnTo>
                  <a:lnTo>
                    <a:pt x="748059" y="2628"/>
                  </a:lnTo>
                  <a:cubicBezTo>
                    <a:pt x="1047406" y="-26900"/>
                    <a:pt x="1047177" y="200507"/>
                    <a:pt x="1376743" y="278274"/>
                  </a:cubicBezTo>
                  <a:cubicBezTo>
                    <a:pt x="1731660" y="362023"/>
                    <a:pt x="1843492" y="173009"/>
                    <a:pt x="2177283" y="323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4"/>
            <p:cNvSpPr/>
            <p:nvPr/>
          </p:nvSpPr>
          <p:spPr>
            <a:xfrm flipH="1" rot="-9000000">
              <a:off x="5404406" y="1307417"/>
              <a:ext cx="1728031" cy="1861269"/>
            </a:xfrm>
            <a:custGeom>
              <a:rect b="b" l="l" r="r" t="t"/>
              <a:pathLst>
                <a:path extrusionOk="0" h="2318514" w="2152544">
                  <a:moveTo>
                    <a:pt x="18398" y="2085292"/>
                  </a:moveTo>
                  <a:cubicBezTo>
                    <a:pt x="132841" y="2454215"/>
                    <a:pt x="372442" y="2323705"/>
                    <a:pt x="346522" y="2116479"/>
                  </a:cubicBezTo>
                  <a:cubicBezTo>
                    <a:pt x="242056" y="1512450"/>
                    <a:pt x="474156" y="950854"/>
                    <a:pt x="746650" y="695365"/>
                  </a:cubicBezTo>
                  <a:cubicBezTo>
                    <a:pt x="985082" y="471813"/>
                    <a:pt x="1665240" y="214502"/>
                    <a:pt x="2106464" y="160079"/>
                  </a:cubicBezTo>
                  <a:lnTo>
                    <a:pt x="2152544" y="155773"/>
                  </a:lnTo>
                  <a:lnTo>
                    <a:pt x="2110805" y="0"/>
                  </a:lnTo>
                  <a:lnTo>
                    <a:pt x="2000422" y="2084"/>
                  </a:lnTo>
                  <a:cubicBezTo>
                    <a:pt x="1446152" y="35321"/>
                    <a:pt x="880854" y="226300"/>
                    <a:pt x="557372" y="530750"/>
                  </a:cubicBezTo>
                  <a:cubicBezTo>
                    <a:pt x="187679" y="878694"/>
                    <a:pt x="-73108" y="1571513"/>
                    <a:pt x="18398" y="2085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4"/>
            <p:cNvSpPr/>
            <p:nvPr/>
          </p:nvSpPr>
          <p:spPr>
            <a:xfrm flipH="1" rot="-789805">
              <a:off x="3922253" y="428041"/>
              <a:ext cx="1852466" cy="1002062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2" name="Google Shape;822;p14"/>
          <p:cNvGrpSpPr/>
          <p:nvPr/>
        </p:nvGrpSpPr>
        <p:grpSpPr>
          <a:xfrm>
            <a:off x="7838859" y="2746558"/>
            <a:ext cx="273405" cy="362835"/>
            <a:chOff x="4494569" y="152884"/>
            <a:chExt cx="4120238" cy="5467955"/>
          </a:xfrm>
        </p:grpSpPr>
        <p:sp>
          <p:nvSpPr>
            <p:cNvPr id="823" name="Google Shape;823;p14"/>
            <p:cNvSpPr/>
            <p:nvPr/>
          </p:nvSpPr>
          <p:spPr>
            <a:xfrm>
              <a:off x="4494569" y="1657147"/>
              <a:ext cx="4120238" cy="3963692"/>
            </a:xfrm>
            <a:custGeom>
              <a:rect b="b" l="l" r="r" t="t"/>
              <a:pathLst>
                <a:path extrusionOk="0" h="2717027" w="2824332">
                  <a:moveTo>
                    <a:pt x="700429" y="78908"/>
                  </a:moveTo>
                  <a:cubicBezTo>
                    <a:pt x="1280281" y="-130034"/>
                    <a:pt x="1243598" y="137911"/>
                    <a:pt x="1538605" y="174709"/>
                  </a:cubicBezTo>
                  <a:cubicBezTo>
                    <a:pt x="1833612" y="211507"/>
                    <a:pt x="2005673" y="3206"/>
                    <a:pt x="2470472" y="299697"/>
                  </a:cubicBezTo>
                  <a:cubicBezTo>
                    <a:pt x="2672624" y="460001"/>
                    <a:pt x="2826072" y="810217"/>
                    <a:pt x="2824318" y="1240165"/>
                  </a:cubicBezTo>
                  <a:cubicBezTo>
                    <a:pt x="2821304" y="1979012"/>
                    <a:pt x="2363222" y="2982394"/>
                    <a:pt x="1412159" y="2652324"/>
                  </a:cubicBezTo>
                  <a:cubicBezTo>
                    <a:pt x="302174" y="2872372"/>
                    <a:pt x="0" y="2020079"/>
                    <a:pt x="0" y="1240165"/>
                  </a:cubicBezTo>
                  <a:cubicBezTo>
                    <a:pt x="0" y="752719"/>
                    <a:pt x="217788" y="313228"/>
                    <a:pt x="700429" y="789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6612967" y="749435"/>
              <a:ext cx="619195" cy="1253635"/>
            </a:xfrm>
            <a:custGeom>
              <a:rect b="b" l="l" r="r" t="t"/>
              <a:pathLst>
                <a:path extrusionOk="0" h="720359" w="639363">
                  <a:moveTo>
                    <a:pt x="0" y="720359"/>
                  </a:moveTo>
                  <a:cubicBezTo>
                    <a:pt x="55871" y="604133"/>
                    <a:pt x="-123074" y="234012"/>
                    <a:pt x="624660" y="0"/>
                  </a:cubicBezTo>
                  <a:lnTo>
                    <a:pt x="639363" y="70891"/>
                  </a:lnTo>
                  <a:cubicBezTo>
                    <a:pt x="171667" y="192706"/>
                    <a:pt x="225241" y="535080"/>
                    <a:pt x="289436" y="697358"/>
                  </a:cubicBezTo>
                  <a:cubicBezTo>
                    <a:pt x="222351" y="707300"/>
                    <a:pt x="67085" y="710417"/>
                    <a:pt x="0" y="720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4"/>
            <p:cNvSpPr/>
            <p:nvPr/>
          </p:nvSpPr>
          <p:spPr>
            <a:xfrm flipH="1" rot="673055">
              <a:off x="5003325" y="302151"/>
              <a:ext cx="1652805" cy="1203624"/>
            </a:xfrm>
            <a:custGeom>
              <a:rect b="b" l="l" r="r" t="t"/>
              <a:pathLst>
                <a:path extrusionOk="0" h="1490465" w="1490464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14"/>
          <p:cNvGrpSpPr/>
          <p:nvPr/>
        </p:nvGrpSpPr>
        <p:grpSpPr>
          <a:xfrm>
            <a:off x="10483181" y="3576649"/>
            <a:ext cx="276657" cy="334199"/>
            <a:chOff x="810583" y="3002376"/>
            <a:chExt cx="2962062" cy="3578146"/>
          </a:xfrm>
        </p:grpSpPr>
        <p:sp>
          <p:nvSpPr>
            <p:cNvPr id="827" name="Google Shape;827;p14"/>
            <p:cNvSpPr/>
            <p:nvPr/>
          </p:nvSpPr>
          <p:spPr>
            <a:xfrm>
              <a:off x="1719599" y="3938796"/>
              <a:ext cx="1084494" cy="2604776"/>
            </a:xfrm>
            <a:custGeom>
              <a:rect b="b" l="l" r="r" t="t"/>
              <a:pathLst>
                <a:path extrusionOk="0" h="1209124" w="626166">
                  <a:moveTo>
                    <a:pt x="0" y="303142"/>
                  </a:moveTo>
                  <a:cubicBezTo>
                    <a:pt x="0" y="141211"/>
                    <a:pt x="71636" y="1"/>
                    <a:pt x="233567" y="1"/>
                  </a:cubicBezTo>
                  <a:lnTo>
                    <a:pt x="412478" y="0"/>
                  </a:lnTo>
                  <a:cubicBezTo>
                    <a:pt x="574409" y="0"/>
                    <a:pt x="626166" y="141211"/>
                    <a:pt x="626166" y="303142"/>
                  </a:cubicBezTo>
                  <a:lnTo>
                    <a:pt x="626166" y="892466"/>
                  </a:lnTo>
                  <a:cubicBezTo>
                    <a:pt x="626166" y="1054397"/>
                    <a:pt x="507603" y="1208656"/>
                    <a:pt x="345672" y="1208656"/>
                  </a:cubicBezTo>
                  <a:cubicBezTo>
                    <a:pt x="345670" y="1205343"/>
                    <a:pt x="313900" y="1211412"/>
                    <a:pt x="313898" y="1208099"/>
                  </a:cubicBezTo>
                  <a:cubicBezTo>
                    <a:pt x="151967" y="1208099"/>
                    <a:pt x="0" y="1054397"/>
                    <a:pt x="0" y="892466"/>
                  </a:cubicBezTo>
                  <a:lnTo>
                    <a:pt x="0" y="303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2103734" y="3002376"/>
              <a:ext cx="861381" cy="963974"/>
            </a:xfrm>
            <a:custGeom>
              <a:rect b="b" l="l" r="r" t="t"/>
              <a:pathLst>
                <a:path extrusionOk="0" h="683767" w="610997">
                  <a:moveTo>
                    <a:pt x="6425" y="681464"/>
                  </a:moveTo>
                  <a:cubicBezTo>
                    <a:pt x="-19339" y="507616"/>
                    <a:pt x="33160" y="331280"/>
                    <a:pt x="149815" y="199833"/>
                  </a:cubicBezTo>
                  <a:cubicBezTo>
                    <a:pt x="266470" y="68386"/>
                    <a:pt x="435320" y="-4692"/>
                    <a:pt x="610997" y="233"/>
                  </a:cubicBezTo>
                  <a:lnTo>
                    <a:pt x="595567" y="154969"/>
                  </a:lnTo>
                  <a:cubicBezTo>
                    <a:pt x="480028" y="151730"/>
                    <a:pt x="378707" y="248430"/>
                    <a:pt x="301985" y="334880"/>
                  </a:cubicBezTo>
                  <a:cubicBezTo>
                    <a:pt x="225263" y="421330"/>
                    <a:pt x="258829" y="566486"/>
                    <a:pt x="275773" y="680822"/>
                  </a:cubicBezTo>
                  <a:cubicBezTo>
                    <a:pt x="208688" y="690764"/>
                    <a:pt x="73510" y="671522"/>
                    <a:pt x="6425" y="6814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4"/>
            <p:cNvSpPr/>
            <p:nvPr/>
          </p:nvSpPr>
          <p:spPr>
            <a:xfrm rot="-600000">
              <a:off x="1019786" y="4024649"/>
              <a:ext cx="948277" cy="2492473"/>
            </a:xfrm>
            <a:custGeom>
              <a:rect b="b" l="l" r="r" t="t"/>
              <a:pathLst>
                <a:path extrusionOk="0" h="2492471" w="948279">
                  <a:moveTo>
                    <a:pt x="810820" y="13176"/>
                  </a:moveTo>
                  <a:cubicBezTo>
                    <a:pt x="840111" y="21799"/>
                    <a:pt x="866619" y="34490"/>
                    <a:pt x="890541" y="50763"/>
                  </a:cubicBezTo>
                  <a:lnTo>
                    <a:pt x="948279" y="103894"/>
                  </a:lnTo>
                  <a:lnTo>
                    <a:pt x="938298" y="110009"/>
                  </a:lnTo>
                  <a:cubicBezTo>
                    <a:pt x="814270" y="209770"/>
                    <a:pt x="731709" y="398896"/>
                    <a:pt x="693849" y="613610"/>
                  </a:cubicBezTo>
                  <a:lnTo>
                    <a:pt x="473392" y="1863884"/>
                  </a:lnTo>
                  <a:cubicBezTo>
                    <a:pt x="435532" y="2078599"/>
                    <a:pt x="500125" y="2304347"/>
                    <a:pt x="621326" y="2455353"/>
                  </a:cubicBezTo>
                  <a:lnTo>
                    <a:pt x="654526" y="2489310"/>
                  </a:lnTo>
                  <a:lnTo>
                    <a:pt x="632338" y="2492471"/>
                  </a:lnTo>
                  <a:cubicBezTo>
                    <a:pt x="632335" y="2485633"/>
                    <a:pt x="576677" y="2495068"/>
                    <a:pt x="576673" y="2488230"/>
                  </a:cubicBezTo>
                  <a:cubicBezTo>
                    <a:pt x="296215" y="2488230"/>
                    <a:pt x="0" y="2176260"/>
                    <a:pt x="0" y="1842037"/>
                  </a:cubicBezTo>
                  <a:lnTo>
                    <a:pt x="0" y="625681"/>
                  </a:lnTo>
                  <a:cubicBezTo>
                    <a:pt x="0" y="291458"/>
                    <a:pt x="124071" y="2"/>
                    <a:pt x="404528" y="2"/>
                  </a:cubicBezTo>
                  <a:lnTo>
                    <a:pt x="714395" y="0"/>
                  </a:lnTo>
                  <a:cubicBezTo>
                    <a:pt x="749452" y="0"/>
                    <a:pt x="781528" y="4554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4"/>
            <p:cNvSpPr/>
            <p:nvPr/>
          </p:nvSpPr>
          <p:spPr>
            <a:xfrm flipH="1" rot="638553">
              <a:off x="2580804" y="4025901"/>
              <a:ext cx="970595" cy="2486379"/>
            </a:xfrm>
            <a:custGeom>
              <a:rect b="b" l="l" r="r" t="t"/>
              <a:pathLst>
                <a:path extrusionOk="0" h="2486380" w="970595">
                  <a:moveTo>
                    <a:pt x="810820" y="13176"/>
                  </a:moveTo>
                  <a:cubicBezTo>
                    <a:pt x="781528" y="4554"/>
                    <a:pt x="749452" y="0"/>
                    <a:pt x="714395" y="0"/>
                  </a:cubicBezTo>
                  <a:lnTo>
                    <a:pt x="404528" y="2"/>
                  </a:lnTo>
                  <a:cubicBezTo>
                    <a:pt x="124071" y="2"/>
                    <a:pt x="0" y="291457"/>
                    <a:pt x="0" y="625681"/>
                  </a:cubicBezTo>
                  <a:lnTo>
                    <a:pt x="0" y="1842037"/>
                  </a:lnTo>
                  <a:cubicBezTo>
                    <a:pt x="0" y="2176260"/>
                    <a:pt x="279992" y="2485181"/>
                    <a:pt x="560449" y="2485181"/>
                  </a:cubicBezTo>
                  <a:cubicBezTo>
                    <a:pt x="560454" y="2492019"/>
                    <a:pt x="599653" y="2467075"/>
                    <a:pt x="599656" y="2473913"/>
                  </a:cubicBezTo>
                  <a:lnTo>
                    <a:pt x="663413" y="2465457"/>
                  </a:lnTo>
                  <a:lnTo>
                    <a:pt x="641917" y="2440471"/>
                  </a:lnTo>
                  <a:cubicBezTo>
                    <a:pt x="539141" y="2290899"/>
                    <a:pt x="499381" y="2068154"/>
                    <a:pt x="539647" y="1853878"/>
                  </a:cubicBezTo>
                  <a:lnTo>
                    <a:pt x="774111" y="606155"/>
                  </a:lnTo>
                  <a:cubicBezTo>
                    <a:pt x="806323" y="434734"/>
                    <a:pt x="858499" y="278419"/>
                    <a:pt x="937077" y="171433"/>
                  </a:cubicBezTo>
                  <a:lnTo>
                    <a:pt x="970595" y="134526"/>
                  </a:lnTo>
                  <a:lnTo>
                    <a:pt x="954745" y="109844"/>
                  </a:lnTo>
                  <a:cubicBezTo>
                    <a:pt x="916851" y="63939"/>
                    <a:pt x="869403" y="30421"/>
                    <a:pt x="810820" y="131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1" name="Google Shape;831;p14"/>
          <p:cNvGrpSpPr/>
          <p:nvPr/>
        </p:nvGrpSpPr>
        <p:grpSpPr>
          <a:xfrm>
            <a:off x="9273950" y="1846135"/>
            <a:ext cx="311658" cy="311658"/>
            <a:chOff x="847837" y="4367156"/>
            <a:chExt cx="1901842" cy="1901842"/>
          </a:xfrm>
        </p:grpSpPr>
        <p:sp>
          <p:nvSpPr>
            <p:cNvPr id="832" name="Google Shape;832;p14"/>
            <p:cNvSpPr/>
            <p:nvPr/>
          </p:nvSpPr>
          <p:spPr>
            <a:xfrm>
              <a:off x="1025650" y="4550276"/>
              <a:ext cx="1546216" cy="1535602"/>
            </a:xfrm>
            <a:custGeom>
              <a:rect b="b" l="l" r="r" t="t"/>
              <a:pathLst>
                <a:path extrusionOk="0" h="1535602" w="1546216">
                  <a:moveTo>
                    <a:pt x="773108" y="812220"/>
                  </a:moveTo>
                  <a:lnTo>
                    <a:pt x="1014235" y="1535602"/>
                  </a:lnTo>
                  <a:lnTo>
                    <a:pt x="531981" y="1535602"/>
                  </a:lnTo>
                  <a:close/>
                  <a:moveTo>
                    <a:pt x="812454" y="794439"/>
                  </a:moveTo>
                  <a:lnTo>
                    <a:pt x="1485297" y="1153195"/>
                  </a:lnTo>
                  <a:lnTo>
                    <a:pt x="1135476" y="1485150"/>
                  </a:lnTo>
                  <a:close/>
                  <a:moveTo>
                    <a:pt x="735369" y="794439"/>
                  </a:moveTo>
                  <a:lnTo>
                    <a:pt x="412347" y="1485150"/>
                  </a:lnTo>
                  <a:lnTo>
                    <a:pt x="62526" y="1153195"/>
                  </a:lnTo>
                  <a:close/>
                  <a:moveTo>
                    <a:pt x="1546216" y="528939"/>
                  </a:moveTo>
                  <a:lnTo>
                    <a:pt x="1546216" y="1011193"/>
                  </a:lnTo>
                  <a:lnTo>
                    <a:pt x="822834" y="770066"/>
                  </a:lnTo>
                  <a:close/>
                  <a:moveTo>
                    <a:pt x="0" y="528939"/>
                  </a:moveTo>
                  <a:lnTo>
                    <a:pt x="723382" y="770066"/>
                  </a:lnTo>
                  <a:lnTo>
                    <a:pt x="0" y="1011193"/>
                  </a:lnTo>
                  <a:close/>
                  <a:moveTo>
                    <a:pt x="1152010" y="61443"/>
                  </a:moveTo>
                  <a:lnTo>
                    <a:pt x="1491031" y="404420"/>
                  </a:lnTo>
                  <a:lnTo>
                    <a:pt x="807054" y="741464"/>
                  </a:lnTo>
                  <a:close/>
                  <a:moveTo>
                    <a:pt x="395813" y="61443"/>
                  </a:moveTo>
                  <a:lnTo>
                    <a:pt x="740769" y="741464"/>
                  </a:lnTo>
                  <a:lnTo>
                    <a:pt x="56792" y="404420"/>
                  </a:lnTo>
                  <a:close/>
                  <a:moveTo>
                    <a:pt x="531981" y="0"/>
                  </a:moveTo>
                  <a:lnTo>
                    <a:pt x="1014235" y="0"/>
                  </a:lnTo>
                  <a:lnTo>
                    <a:pt x="773108" y="7233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847837" y="4367156"/>
              <a:ext cx="1901842" cy="1901842"/>
            </a:xfrm>
            <a:prstGeom prst="donut">
              <a:avLst>
                <a:gd fmla="val 323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4" name="Google Shape;834;p14"/>
          <p:cNvGrpSpPr/>
          <p:nvPr/>
        </p:nvGrpSpPr>
        <p:grpSpPr>
          <a:xfrm rot="7967816">
            <a:off x="7768744" y="3535637"/>
            <a:ext cx="249977" cy="1597486"/>
            <a:chOff x="1055023" y="2447148"/>
            <a:chExt cx="489227" cy="3126415"/>
          </a:xfrm>
        </p:grpSpPr>
        <p:grpSp>
          <p:nvGrpSpPr>
            <p:cNvPr id="835" name="Google Shape;835;p14"/>
            <p:cNvGrpSpPr/>
            <p:nvPr/>
          </p:nvGrpSpPr>
          <p:grpSpPr>
            <a:xfrm>
              <a:off x="1195228" y="3663994"/>
              <a:ext cx="208870" cy="1909569"/>
              <a:chOff x="4360431" y="3515651"/>
              <a:chExt cx="208870" cy="1909569"/>
            </a:xfrm>
          </p:grpSpPr>
          <p:sp>
            <p:nvSpPr>
              <p:cNvPr id="836" name="Google Shape;836;p14"/>
              <p:cNvSpPr/>
              <p:nvPr/>
            </p:nvSpPr>
            <p:spPr>
              <a:xfrm>
                <a:off x="4360431" y="3515651"/>
                <a:ext cx="208870" cy="1803164"/>
              </a:xfrm>
              <a:prstGeom prst="trapezoid">
                <a:avLst>
                  <a:gd fmla="val 17206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4"/>
              <p:cNvSpPr/>
              <p:nvPr/>
            </p:nvSpPr>
            <p:spPr>
              <a:xfrm>
                <a:off x="4360431" y="5216350"/>
                <a:ext cx="208870" cy="20887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" name="Google Shape;838;p14"/>
            <p:cNvSpPr/>
            <p:nvPr/>
          </p:nvSpPr>
          <p:spPr>
            <a:xfrm>
              <a:off x="1055023" y="2447148"/>
              <a:ext cx="489227" cy="1216846"/>
            </a:xfrm>
            <a:custGeom>
              <a:rect b="b" l="l" r="r" t="t"/>
              <a:pathLst>
                <a:path extrusionOk="0" h="1397222" w="489227">
                  <a:moveTo>
                    <a:pt x="72993" y="0"/>
                  </a:moveTo>
                  <a:cubicBezTo>
                    <a:pt x="80946" y="0"/>
                    <a:pt x="88146" y="3224"/>
                    <a:pt x="93358" y="8435"/>
                  </a:cubicBezTo>
                  <a:lnTo>
                    <a:pt x="100861" y="26550"/>
                  </a:lnTo>
                  <a:cubicBezTo>
                    <a:pt x="100861" y="272898"/>
                    <a:pt x="100860" y="519246"/>
                    <a:pt x="100860" y="765594"/>
                  </a:cubicBezTo>
                  <a:cubicBezTo>
                    <a:pt x="100860" y="782369"/>
                    <a:pt x="114459" y="795968"/>
                    <a:pt x="131234" y="795968"/>
                  </a:cubicBezTo>
                  <a:cubicBezTo>
                    <a:pt x="148009" y="795968"/>
                    <a:pt x="161608" y="782369"/>
                    <a:pt x="161608" y="765594"/>
                  </a:cubicBezTo>
                  <a:lnTo>
                    <a:pt x="161608" y="28704"/>
                  </a:lnTo>
                  <a:lnTo>
                    <a:pt x="170003" y="8435"/>
                  </a:lnTo>
                  <a:cubicBezTo>
                    <a:pt x="175215" y="3224"/>
                    <a:pt x="182415" y="0"/>
                    <a:pt x="190368" y="0"/>
                  </a:cubicBezTo>
                  <a:cubicBezTo>
                    <a:pt x="198321" y="0"/>
                    <a:pt x="205521" y="3224"/>
                    <a:pt x="210733" y="8435"/>
                  </a:cubicBezTo>
                  <a:lnTo>
                    <a:pt x="217165" y="23964"/>
                  </a:lnTo>
                  <a:cubicBezTo>
                    <a:pt x="217165" y="271073"/>
                    <a:pt x="217164" y="518183"/>
                    <a:pt x="217164" y="765292"/>
                  </a:cubicBezTo>
                  <a:cubicBezTo>
                    <a:pt x="217164" y="782067"/>
                    <a:pt x="230763" y="795666"/>
                    <a:pt x="247538" y="795666"/>
                  </a:cubicBezTo>
                  <a:cubicBezTo>
                    <a:pt x="264313" y="795666"/>
                    <a:pt x="277912" y="782067"/>
                    <a:pt x="277912" y="765292"/>
                  </a:cubicBezTo>
                  <a:lnTo>
                    <a:pt x="277912" y="25070"/>
                  </a:lnTo>
                  <a:lnTo>
                    <a:pt x="284802" y="8435"/>
                  </a:lnTo>
                  <a:cubicBezTo>
                    <a:pt x="290014" y="3224"/>
                    <a:pt x="297214" y="0"/>
                    <a:pt x="305167" y="0"/>
                  </a:cubicBezTo>
                  <a:cubicBezTo>
                    <a:pt x="313120" y="0"/>
                    <a:pt x="320320" y="3224"/>
                    <a:pt x="325532" y="8435"/>
                  </a:cubicBezTo>
                  <a:lnTo>
                    <a:pt x="333470" y="27600"/>
                  </a:lnTo>
                  <a:cubicBezTo>
                    <a:pt x="333470" y="271196"/>
                    <a:pt x="333469" y="514792"/>
                    <a:pt x="333469" y="758388"/>
                  </a:cubicBezTo>
                  <a:cubicBezTo>
                    <a:pt x="333469" y="775163"/>
                    <a:pt x="347068" y="788762"/>
                    <a:pt x="363843" y="788762"/>
                  </a:cubicBezTo>
                  <a:cubicBezTo>
                    <a:pt x="380618" y="788762"/>
                    <a:pt x="394217" y="775163"/>
                    <a:pt x="394217" y="758388"/>
                  </a:cubicBezTo>
                  <a:lnTo>
                    <a:pt x="394217" y="27653"/>
                  </a:lnTo>
                  <a:lnTo>
                    <a:pt x="402177" y="8435"/>
                  </a:lnTo>
                  <a:cubicBezTo>
                    <a:pt x="407389" y="3224"/>
                    <a:pt x="414589" y="0"/>
                    <a:pt x="422542" y="0"/>
                  </a:cubicBezTo>
                  <a:cubicBezTo>
                    <a:pt x="438448" y="0"/>
                    <a:pt x="451342" y="12894"/>
                    <a:pt x="451342" y="28800"/>
                  </a:cubicBezTo>
                  <a:lnTo>
                    <a:pt x="489226" y="1094702"/>
                  </a:lnTo>
                  <a:cubicBezTo>
                    <a:pt x="489647" y="1154329"/>
                    <a:pt x="371582" y="1296382"/>
                    <a:pt x="312760" y="1397222"/>
                  </a:cubicBezTo>
                  <a:lnTo>
                    <a:pt x="176520" y="1397222"/>
                  </a:lnTo>
                  <a:cubicBezTo>
                    <a:pt x="117698" y="1296382"/>
                    <a:pt x="-2942" y="1149177"/>
                    <a:pt x="54" y="1094702"/>
                  </a:cubicBezTo>
                  <a:lnTo>
                    <a:pt x="44193" y="28800"/>
                  </a:lnTo>
                  <a:cubicBezTo>
                    <a:pt x="44193" y="12894"/>
                    <a:pt x="57087" y="0"/>
                    <a:pt x="7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14"/>
          <p:cNvGrpSpPr/>
          <p:nvPr/>
        </p:nvGrpSpPr>
        <p:grpSpPr>
          <a:xfrm rot="-8106467">
            <a:off x="10768870" y="3638123"/>
            <a:ext cx="338469" cy="1516294"/>
            <a:chOff x="4241914" y="2176670"/>
            <a:chExt cx="1118390" cy="5010230"/>
          </a:xfrm>
        </p:grpSpPr>
        <p:sp>
          <p:nvSpPr>
            <p:cNvPr id="840" name="Google Shape;840;p14"/>
            <p:cNvSpPr/>
            <p:nvPr/>
          </p:nvSpPr>
          <p:spPr>
            <a:xfrm>
              <a:off x="4241914" y="2176670"/>
              <a:ext cx="1118390" cy="1811875"/>
            </a:xfrm>
            <a:custGeom>
              <a:rect b="b" l="l" r="r" t="t"/>
              <a:pathLst>
                <a:path extrusionOk="0" h="1872094" w="1155560">
                  <a:moveTo>
                    <a:pt x="184" y="933863"/>
                  </a:moveTo>
                  <a:cubicBezTo>
                    <a:pt x="-7861" y="453961"/>
                    <a:pt x="248634" y="6457"/>
                    <a:pt x="599192" y="58"/>
                  </a:cubicBezTo>
                  <a:cubicBezTo>
                    <a:pt x="949750" y="-6341"/>
                    <a:pt x="1147347" y="524204"/>
                    <a:pt x="1155393" y="954723"/>
                  </a:cubicBezTo>
                  <a:cubicBezTo>
                    <a:pt x="1163439" y="1385242"/>
                    <a:pt x="879509" y="1875552"/>
                    <a:pt x="588208" y="1872076"/>
                  </a:cubicBezTo>
                  <a:cubicBezTo>
                    <a:pt x="296907" y="1868600"/>
                    <a:pt x="8229" y="1413765"/>
                    <a:pt x="184" y="9338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4624785" y="3962858"/>
              <a:ext cx="352648" cy="3044392"/>
            </a:xfrm>
            <a:prstGeom prst="trapezoid">
              <a:avLst>
                <a:gd fmla="val 17206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4624785" y="6834252"/>
              <a:ext cx="352648" cy="3526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3" name="Google Shape;843;p14"/>
          <p:cNvSpPr/>
          <p:nvPr/>
        </p:nvSpPr>
        <p:spPr>
          <a:xfrm rot="2700000">
            <a:off x="1274391" y="3798590"/>
            <a:ext cx="389390" cy="684095"/>
          </a:xfrm>
          <a:custGeom>
            <a:rect b="b" l="l" r="r" t="t"/>
            <a:pathLst>
              <a:path extrusionOk="0" h="4001999" w="2232248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4"/>
          <p:cNvSpPr/>
          <p:nvPr/>
        </p:nvSpPr>
        <p:spPr>
          <a:xfrm>
            <a:off x="1206680" y="2500970"/>
            <a:ext cx="523448" cy="515054"/>
          </a:xfrm>
          <a:custGeom>
            <a:rect b="b" l="l" r="r" t="t"/>
            <a:pathLst>
              <a:path extrusionOk="0" h="3162551" w="3214097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72B3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4"/>
          <p:cNvSpPr/>
          <p:nvPr/>
        </p:nvSpPr>
        <p:spPr>
          <a:xfrm rot="1023001">
            <a:off x="1119639" y="5114692"/>
            <a:ext cx="628953" cy="697010"/>
          </a:xfrm>
          <a:custGeom>
            <a:rect b="b" l="l" r="r" t="t"/>
            <a:pathLst>
              <a:path extrusionOk="0" h="1442749" w="1301876">
                <a:moveTo>
                  <a:pt x="795754" y="799563"/>
                </a:moveTo>
                <a:lnTo>
                  <a:pt x="813062" y="858774"/>
                </a:lnTo>
                <a:cubicBezTo>
                  <a:pt x="833214" y="831262"/>
                  <a:pt x="849791" y="808657"/>
                  <a:pt x="869758" y="788823"/>
                </a:cubicBezTo>
                <a:lnTo>
                  <a:pt x="880054" y="780200"/>
                </a:lnTo>
                <a:lnTo>
                  <a:pt x="866242" y="787859"/>
                </a:lnTo>
                <a:close/>
                <a:moveTo>
                  <a:pt x="574482" y="846582"/>
                </a:moveTo>
                <a:lnTo>
                  <a:pt x="614179" y="883234"/>
                </a:lnTo>
                <a:lnTo>
                  <a:pt x="611934" y="840363"/>
                </a:lnTo>
                <a:close/>
                <a:moveTo>
                  <a:pt x="578568" y="5242"/>
                </a:moveTo>
                <a:cubicBezTo>
                  <a:pt x="594106" y="1805"/>
                  <a:pt x="610194" y="0"/>
                  <a:pt x="626672" y="0"/>
                </a:cubicBezTo>
                <a:cubicBezTo>
                  <a:pt x="692584" y="-1"/>
                  <a:pt x="752255" y="28884"/>
                  <a:pt x="795448" y="75585"/>
                </a:cubicBezTo>
                <a:lnTo>
                  <a:pt x="808968" y="93300"/>
                </a:lnTo>
                <a:lnTo>
                  <a:pt x="837807" y="87825"/>
                </a:lnTo>
                <a:cubicBezTo>
                  <a:pt x="906024" y="87825"/>
                  <a:pt x="964552" y="126828"/>
                  <a:pt x="989553" y="182414"/>
                </a:cubicBezTo>
                <a:lnTo>
                  <a:pt x="995360" y="209462"/>
                </a:lnTo>
                <a:lnTo>
                  <a:pt x="1076294" y="224828"/>
                </a:lnTo>
                <a:cubicBezTo>
                  <a:pt x="1168782" y="261615"/>
                  <a:pt x="1233678" y="347737"/>
                  <a:pt x="1233677" y="448113"/>
                </a:cubicBezTo>
                <a:cubicBezTo>
                  <a:pt x="1233677" y="464842"/>
                  <a:pt x="1231874" y="481176"/>
                  <a:pt x="1228442" y="496950"/>
                </a:cubicBezTo>
                <a:lnTo>
                  <a:pt x="1214685" y="538627"/>
                </a:lnTo>
                <a:lnTo>
                  <a:pt x="1236885" y="550937"/>
                </a:lnTo>
                <a:cubicBezTo>
                  <a:pt x="1277039" y="583960"/>
                  <a:pt x="1301876" y="629582"/>
                  <a:pt x="1301876" y="679974"/>
                </a:cubicBezTo>
                <a:cubicBezTo>
                  <a:pt x="1301876" y="780760"/>
                  <a:pt x="1202532" y="862462"/>
                  <a:pt x="1079985" y="862461"/>
                </a:cubicBezTo>
                <a:cubicBezTo>
                  <a:pt x="1049348" y="862461"/>
                  <a:pt x="1020162" y="857355"/>
                  <a:pt x="993615" y="848121"/>
                </a:cubicBezTo>
                <a:lnTo>
                  <a:pt x="971782" y="836015"/>
                </a:lnTo>
                <a:lnTo>
                  <a:pt x="912783" y="895091"/>
                </a:lnTo>
                <a:cubicBezTo>
                  <a:pt x="881422" y="934146"/>
                  <a:pt x="864274" y="970536"/>
                  <a:pt x="849757" y="993417"/>
                </a:cubicBezTo>
                <a:cubicBezTo>
                  <a:pt x="857669" y="995023"/>
                  <a:pt x="864757" y="988413"/>
                  <a:pt x="894692" y="990040"/>
                </a:cubicBezTo>
                <a:cubicBezTo>
                  <a:pt x="863168" y="1012692"/>
                  <a:pt x="871895" y="1023000"/>
                  <a:pt x="855151" y="1027571"/>
                </a:cubicBezTo>
                <a:lnTo>
                  <a:pt x="896595" y="1213986"/>
                </a:lnTo>
                <a:cubicBezTo>
                  <a:pt x="907289" y="1211513"/>
                  <a:pt x="911316" y="1209390"/>
                  <a:pt x="928677" y="1206567"/>
                </a:cubicBezTo>
                <a:cubicBezTo>
                  <a:pt x="906563" y="1273837"/>
                  <a:pt x="916957" y="1331136"/>
                  <a:pt x="921655" y="1369859"/>
                </a:cubicBezTo>
                <a:lnTo>
                  <a:pt x="661895" y="1442749"/>
                </a:lnTo>
                <a:cubicBezTo>
                  <a:pt x="638610" y="1365772"/>
                  <a:pt x="627896" y="1340830"/>
                  <a:pt x="581493" y="1287880"/>
                </a:cubicBezTo>
                <a:cubicBezTo>
                  <a:pt x="605576" y="1291462"/>
                  <a:pt x="605739" y="1288832"/>
                  <a:pt x="616489" y="1293115"/>
                </a:cubicBezTo>
                <a:cubicBezTo>
                  <a:pt x="601211" y="1219113"/>
                  <a:pt x="583600" y="1093324"/>
                  <a:pt x="529828" y="1065000"/>
                </a:cubicBezTo>
                <a:lnTo>
                  <a:pt x="574961" y="1067773"/>
                </a:lnTo>
                <a:cubicBezTo>
                  <a:pt x="569592" y="1034881"/>
                  <a:pt x="540329" y="989311"/>
                  <a:pt x="467178" y="935765"/>
                </a:cubicBezTo>
                <a:lnTo>
                  <a:pt x="442988" y="919320"/>
                </a:lnTo>
                <a:lnTo>
                  <a:pt x="418024" y="954139"/>
                </a:lnTo>
                <a:cubicBezTo>
                  <a:pt x="382173" y="987854"/>
                  <a:pt x="332645" y="1008706"/>
                  <a:pt x="277938" y="1008707"/>
                </a:cubicBezTo>
                <a:cubicBezTo>
                  <a:pt x="168524" y="1008707"/>
                  <a:pt x="79826" y="925296"/>
                  <a:pt x="79826" y="822403"/>
                </a:cubicBezTo>
                <a:cubicBezTo>
                  <a:pt x="79826" y="796680"/>
                  <a:pt x="85369" y="772174"/>
                  <a:pt x="95394" y="749885"/>
                </a:cubicBezTo>
                <a:lnTo>
                  <a:pt x="108283" y="731908"/>
                </a:lnTo>
                <a:lnTo>
                  <a:pt x="105235" y="730352"/>
                </a:lnTo>
                <a:cubicBezTo>
                  <a:pt x="41743" y="690015"/>
                  <a:pt x="0" y="621706"/>
                  <a:pt x="0" y="544228"/>
                </a:cubicBezTo>
                <a:cubicBezTo>
                  <a:pt x="1" y="435758"/>
                  <a:pt x="81818" y="345258"/>
                  <a:pt x="190583" y="324329"/>
                </a:cubicBezTo>
                <a:lnTo>
                  <a:pt x="196446" y="323773"/>
                </a:lnTo>
                <a:lnTo>
                  <a:pt x="200787" y="296771"/>
                </a:lnTo>
                <a:cubicBezTo>
                  <a:pt x="221710" y="233514"/>
                  <a:pt x="271585" y="182254"/>
                  <a:pt x="335836" y="156697"/>
                </a:cubicBezTo>
                <a:lnTo>
                  <a:pt x="416474" y="141388"/>
                </a:lnTo>
                <a:lnTo>
                  <a:pt x="428749" y="113779"/>
                </a:lnTo>
                <a:cubicBezTo>
                  <a:pt x="454486" y="72591"/>
                  <a:pt x="490930" y="39868"/>
                  <a:pt x="533764" y="20280"/>
                </a:cubicBezTo>
                <a:cubicBezTo>
                  <a:pt x="548042" y="13750"/>
                  <a:pt x="563030" y="8680"/>
                  <a:pt x="578568" y="5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4"/>
          <p:cNvSpPr/>
          <p:nvPr/>
        </p:nvSpPr>
        <p:spPr>
          <a:xfrm>
            <a:off x="1195127" y="1410810"/>
            <a:ext cx="523147" cy="383626"/>
          </a:xfrm>
          <a:custGeom>
            <a:rect b="b" l="l" r="r" t="t"/>
            <a:pathLst>
              <a:path extrusionOk="0" h="2375905" w="3240001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9DC5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7" name="Google Shape;847;p14"/>
          <p:cNvGrpSpPr/>
          <p:nvPr/>
        </p:nvGrpSpPr>
        <p:grpSpPr>
          <a:xfrm>
            <a:off x="1850710" y="1305906"/>
            <a:ext cx="5315764" cy="989312"/>
            <a:chOff x="5063138" y="1654765"/>
            <a:chExt cx="2738529" cy="578378"/>
          </a:xfrm>
        </p:grpSpPr>
        <p:sp>
          <p:nvSpPr>
            <p:cNvPr id="848" name="Google Shape;848;p14"/>
            <p:cNvSpPr txBox="1"/>
            <p:nvPr/>
          </p:nvSpPr>
          <p:spPr>
            <a:xfrm>
              <a:off x="5063138" y="1654765"/>
              <a:ext cx="2717823" cy="233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9DC518"/>
                  </a:solidFill>
                  <a:latin typeface="Arial"/>
                  <a:ea typeface="Arial"/>
                  <a:cs typeface="Arial"/>
                  <a:sym typeface="Arial"/>
                </a:rPr>
                <a:t>HTML</a:t>
              </a:r>
              <a:endParaRPr b="1" sz="1400">
                <a:solidFill>
                  <a:srgbClr val="9DC51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4"/>
            <p:cNvSpPr txBox="1"/>
            <p:nvPr/>
          </p:nvSpPr>
          <p:spPr>
            <a:xfrm>
              <a:off x="5083844" y="1891268"/>
              <a:ext cx="2717823" cy="341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72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MARCONDES, Christian. Programando em HTML 4.0. 5° edição. São Paulo: ÉRICA, 2000.</a:t>
              </a:r>
              <a:endParaRPr b="1" sz="16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5"/>
          <p:cNvSpPr txBox="1"/>
          <p:nvPr>
            <p:ph idx="1" type="body"/>
          </p:nvPr>
        </p:nvSpPr>
        <p:spPr>
          <a:xfrm>
            <a:off x="0" y="1885904"/>
            <a:ext cx="121920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C518"/>
              </a:buClr>
              <a:buSzPts val="5400"/>
              <a:buNone/>
            </a:pPr>
            <a:r>
              <a:rPr lang="en-US">
                <a:solidFill>
                  <a:srgbClr val="9DC518"/>
                </a:solidFill>
              </a:rPr>
              <a:t>OBRIGADA!</a:t>
            </a:r>
            <a:endParaRPr/>
          </a:p>
        </p:txBody>
      </p:sp>
      <p:sp>
        <p:nvSpPr>
          <p:cNvPr id="855" name="Google Shape;855;p15"/>
          <p:cNvSpPr txBox="1"/>
          <p:nvPr>
            <p:ph idx="2" type="body"/>
          </p:nvPr>
        </p:nvSpPr>
        <p:spPr>
          <a:xfrm>
            <a:off x="-148" y="2589564"/>
            <a:ext cx="1219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5E23"/>
              </a:buClr>
              <a:buSzPts val="1800"/>
              <a:buNone/>
            </a:pPr>
            <a:r>
              <a:rPr lang="en-US">
                <a:solidFill>
                  <a:srgbClr val="305E23"/>
                </a:solidFill>
              </a:rPr>
              <a:t>Tenha um ótimo dia.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ALLPPT-BROCCOLI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9BA27"/>
      </a:accent1>
      <a:accent2>
        <a:srgbClr val="9DC518"/>
      </a:accent2>
      <a:accent3>
        <a:srgbClr val="79BA27"/>
      </a:accent3>
      <a:accent4>
        <a:srgbClr val="9DC518"/>
      </a:accent4>
      <a:accent5>
        <a:srgbClr val="79BA27"/>
      </a:accent5>
      <a:accent6>
        <a:srgbClr val="9DC518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ction Break Slide Master">
  <a:themeElements>
    <a:clrScheme name="allppt-broccori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9BA27"/>
      </a:accent1>
      <a:accent2>
        <a:srgbClr val="9DC518"/>
      </a:accent2>
      <a:accent3>
        <a:srgbClr val="79BA27"/>
      </a:accent3>
      <a:accent4>
        <a:srgbClr val="9DC518"/>
      </a:accent4>
      <a:accent5>
        <a:srgbClr val="79BA27"/>
      </a:accent5>
      <a:accent6>
        <a:srgbClr val="9DC518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broccori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9BA27"/>
      </a:accent1>
      <a:accent2>
        <a:srgbClr val="9DC518"/>
      </a:accent2>
      <a:accent3>
        <a:srgbClr val="79BA27"/>
      </a:accent3>
      <a:accent4>
        <a:srgbClr val="9DC518"/>
      </a:accent4>
      <a:accent5>
        <a:srgbClr val="79BA27"/>
      </a:accent5>
      <a:accent6>
        <a:srgbClr val="9DC518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2018-04-24T17:14:44Z</dcterms:created>
  <dc:creator>Allppt.com;Googleslidesppt.com</dc:creator>
</cp:coreProperties>
</file>